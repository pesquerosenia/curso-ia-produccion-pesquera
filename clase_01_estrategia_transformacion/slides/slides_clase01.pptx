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"/>
            <a:ext cx="1452286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268712" y="164592"/>
            <a:ext cx="169164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8712" y="164592"/>
            <a:ext cx="1691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PesquerosEnIA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1365992" cy="36576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CC"/>
                </a:solidFill>
                <a:latin typeface="Calibri"/>
              </a:rPr>
              <a:t>CLASE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113659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Estrategia y Transformación Digital en el Sector Pesquero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49039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99CC"/>
                </a:solidFill>
                <a:latin typeface="Calibri"/>
              </a:rPr>
              <a:t>Clase 1 — Inteligencia Artificial Aplicada a la Producción Pesquera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Docentes: Ariel Giamportone · Soraya Corvalán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636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FF"/>
                </a:solidFill>
                <a:latin typeface="Calibri"/>
              </a:rPr>
              <a:t>Inteligencia Artificial Aplicada a la Producción Pesquera · UTN FRCh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CC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El sector pesquero argentino en números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La Cuarta Revolución Industrial llega al mar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¿Qué es una Smart Fishery?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5 casos de uso de IA concretos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La brecha tecnológica y oportunidades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PesquerosEnIA: de dónde venimos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9584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02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483864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Actividad práctica: mapeá tu oportunidad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EL SECTOR PESQUERO ARGENTINO EN NÚMEROS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Argentina: una potencia pesquera con enorme potencial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ZEE: ~1.000.000 km² de Mar Argentino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Exportaciones: ~USD 2.100 millones/año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Capturas totales: ~850.000 toneladas/año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Empleo directo: ~60.000 personas (embarcados + tierra)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~600 buques habilitados — puertos en Patagonia, Bs.As., TDF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"Con estos números, una mejora del 5% en eficiencia vía IA vale más de USD 100 millones."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PRINCIPALES ESPECIES Y SU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Las especies que mueven la economía pesquera argentina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Especie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Participación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Destino principal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Merluza hubbsi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~40% del volumen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UE, Brasil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Calamar illex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~30% del volumen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Asia, 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Langostino patagónico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~15% del 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UE, EE.UU.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Vieira patagónica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En crecimiento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Asia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LA CUARTA REVOLUCIÓN INDUSTRIAL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Industria 4.0: ya está pasando, también en el 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IoT: sensores que capturan datos 24/7 (temperatura, posición, captura)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Big Data: millones de registros de AIS, partes de pesca, sensores oceanográficos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Inteligencia Artificial: algoritmos que aprenden y predicen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Conectividad: Starlink ya está en barcos de altura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¿Qué lo hace diferente? Las máquinas ya no solo ejecutan — también aprenden y deciden.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Analogía: la agricultura de precisión ya usa drones, imágenes satelitales y ML para soja.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sector pesquero puede hacer exactamente lo mismo.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¿QUÉ HACE DIFERENTE AL SECTOR PESQUERO?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mar tiene sus propias reglas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Característica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Desafío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Oportunidad 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Recurso invisible y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No podés ver los peces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Predicción por datos ambientales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Ambiente hostil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Sensores deben ser robustos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Monitoreo remoto satelital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Cadena fría crítica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Trazabilidad compleja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Sensores + blockchain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Regulación estricta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Carga de reportes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Automatización de partes de pesca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EL CONCEPTO DE SMART FISHERY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Smart Fishery = Datos + Conectividad + Algoritmos +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Sensores/AIS/Satélites → [DATOS] → Algoritmos IA → [DECISIÓN] → Capitán / Planta / Regulador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Pilar 1: Eficiencia operativa — menos combustible, más captura por marea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Pilar 2: Sostenibilidad — pesca dentro de los límites del stock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Pilar 3: Trazabilidad — del anzuelo al plato, verificable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Pilar 4: Cumplimiento — reportes automáticos, menos carga burocrática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CASOS GLOBALES LÍDERES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mundo ya avanzó — esto es lo que hacen los líderes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Noruega: flota con transmisión en tiempo real + IA para optimización de redes (Kongsberg)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Islandia: 90% de la flota reporta captura digitalmente en tiempo real al gobierno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Chile: imágenes SAR para monitoreo de acuicultura y detección de flota irregular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Global Fishing Watch: monitorea 60.000 barcos con ML — detección de pesca ilegal &gt;95% precisión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Estos países tienen flota comparable a Argentina en tamaño.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 son 'países del futuro' — ya lo implementaron.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CASO DE USO 1: PREDICCIÓN DE ZONAS DE PESCA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IA que predice dónde están los peces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Problema: el capitán decide a qué zona ir con información limitada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Solución: modelos de ML que procesan SST, clorofila, corrientes e historial de capturas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Impacto demostrado: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Reducción 20-30% en días de búsqueda improductiva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Ahorro de combustible: ~15-20% por marea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Aumento del rendimiento (ton/día en mar)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Datos: Copernicus Marine Service, NOAA, historial de partes de pesca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En la Clase 6 construiremos este modelo con Random Forest.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CASO DE USO 2: MONITOREO SATELITAL Y 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Cada barco tiene una huella digital en el 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AIS (Automatic Identification System): obligatorio &gt;300 GT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Transmite: posición, velocidad, rumbo, ID del barco cada 2-10 segundos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Global Fishing Watch: 50 TB de datos AIS procesados por día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VMS (Vessel Monitoring System): obligatorio pesqueros argentinos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Gestiona Subsecretaría de Pesca · Transmisión satelital cada 30-60 minutos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Dark vessels: barcos que apagan el AIS → detectados por imágenes SAR +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CASO DE USO 3: VISIÓN ARTIFICIAL EN PLANTA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Cámaras que ven mejor y más rápido que el ojo humano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Clasificación por especie a &gt;100 peces/minuto (merluza / polaca / castañeta)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Medición automática de talla individual — reemplaza medición manual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Detección de parásitos o defectos en filetes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Evaluación de frescura por color y textura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Tecnología disponible hoy: Marel, Baader, TriVision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Ya operan en plantas de procesamiento en Argentina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CASO DE USO 4: TRAZABILIDAD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Del anzuelo al plato — verificable con un escaneo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recorrido: Barco → Puerto → Frigorífico → Planta → Exportador → Supermercado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Cada paso registrado con timestamp y firma digital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Código QR en el producto final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consumidor escanea y ve: barco, zona, fecha, certificaciones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En Argentina: el Sistema de Trazabilidad Pesquera (SiTP) en desarrollo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En Europa: requisito obligatorio para importar desde 2025+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 es solo un requisito regulatorio — es una ventaja comercial.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CASO DE USO 5: OPTIMIZACIÓN DE FLOTA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Cada litro de gasoil cuenta — la IA lo sabe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Rutas optimizadas: algoritmos con corrientes, vientos, zonas → ahorro 10-20% combustible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Velocidad óptima: la ley cúbica del combustible naval — cada nudo extra cuesta el triple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Mantenimiento predictivo: sensores en motores detectan anomalías antes de la avería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Logística portuaria: coordinación de desembarco, frigorífico y planta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Ejemplo: flota de 20 arrastreros de altura en Argentina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Ahorro proyectado: USD 800.000–1.200.000/año en combustible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En la Clase 8 vamos a construir este modelo juntos.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LA BRECHA TECNOLÓGICA: DIAGNÓSTICO HONESTO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¿Por qué el sector pesquero argentino todavía no despegó?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Formación: pocos profesionales del sector con competencias en datos e 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Conectividad: internet satelital recién llega a costos accesibles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Inversión: costo percibido alto para empresas medianas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Idioma: casi todo el material de calidad está en inglés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Cultura: 'siempre lo hicimos así' — resistencia al cambio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Regulación: el marco regulatorio no siempre acompaña la innovación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Estas barreras existen en todas las industrias primarias.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buena noticia: todas son superables.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LAS SEÑALES DE CAMBIO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viento está cambiando — y hay que estar preparado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Pampa Azul: programa MINCYT con foco en economía del conocimiento marina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Starlink en barcos: ya en operación en flotas argentinas de altura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INIDEP abre datos: datasets históricos de gran valor, disponibles para análisis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Empresas líderes adoptando trazabilidad para cumplir requisitos de exportación UE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PesquerosEnIA: comunidad activa de profesionales del sector aprendiendo 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 se trata de si el sector se va a digitalizar.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 trata de si vamos a ser protagonistas o espectadores de esa transformación.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NUESTRA COMUNIDAD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PesquerosEnIA — IA para el sector pesquero, desde el sector pesquero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2019: I CONIPE — minicurso Industria 4.0 (8 horas) + mesa redonda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2025: CONIPE 2025 — curso alfabetización en IA (8 módulos, Puerto Madryn)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2026: Este curso — 23 horas de formación aplicada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Principios: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Contenido en español, contextualizado al sector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Acceso abierto (GPL-3.0)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Colaboración entre pares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50" b="0">
                <a:solidFill>
                  <a:srgbClr val="1E1E32"/>
                </a:solidFill>
                <a:latin typeface="Calibri"/>
              </a:rPr>
              <a:t>     · Desde el sector, para el sector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github.com/PesquerosEnIA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EL EQUIPO DOCENTE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Quiénes están detrás del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Ariel Giamportone — Ing. Pesquero UTN FRCh | Data Science &amp; IA | MBA Log. y Op. | Intervalor Data, Madrid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Soraya Corvalán — Ing. Pesquera | INIDEP | FAO | Profesora Asociada UTN FRCh | 1ª graduada Ing. Pesquera ARG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Damian Adolfo Giacone — Lic. Sistemas | Máster Industria 4.0 IEBS | Docente UGR | Ex-Alpesca S.A.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Dr. Juan D. González — Dr. Mat. Aplicada UBA | SENASA IA | CONICET | paquetes RMBC + ktaucenters en CRAN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ESTRUCTURA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23 horas de IA aplicada al sector pesquero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440574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49334"/>
            <a:ext cx="11457432" cy="44057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985910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1 ← HOY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1985910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Estrategia y Transformación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1985910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Ariel · Soraya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89909"/>
            <a:ext cx="11457432" cy="4405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426485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2426485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Fundamentos de IA y LLMs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2426485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Damian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0483"/>
            <a:ext cx="11457432" cy="44057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867059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2867059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Prompting y Asistentes de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2867059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Damian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71058"/>
            <a:ext cx="11457432" cy="4405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307634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3307634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Datos y Sensores del Dominio Pesquero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3307634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Ariel · Soraya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11632"/>
            <a:ext cx="11457432" cy="44057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748208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9496" y="3748208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Arquitectura de Datos y Big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748208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Damian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52207"/>
            <a:ext cx="11457432" cy="4405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188783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9496" y="4188783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Machine Learning y Modelos Predictivos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8640" y="4188783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Ariel · Damian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92781"/>
            <a:ext cx="11457432" cy="44057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629357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9496" y="4629357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Visión Artificial en Plantas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8640" y="4629357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Damian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33356"/>
            <a:ext cx="11457432" cy="4405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5069932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9496" y="5069932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Optimización y Agentes de 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8640" y="5069932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Ariel · Damian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473930"/>
            <a:ext cx="11457432" cy="44057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5510506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9496" y="5510506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Visualización y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8640" y="5510506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Damian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914505"/>
            <a:ext cx="11457432" cy="4405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5951081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9496" y="5951081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Cierre y Hoja de Ruta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8640" y="5951081"/>
            <a:ext cx="3727704" cy="36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Ariel · Soraya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¿QUÉ VAN A PODER HACER AL TERMINAR EL CURSO?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horizonte: competencias concretas para el sector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Usar LLMs y prompting para automatizar reportes y análisis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Acceder y explorar datos oceanográficos y de captura reales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Construir modelos de ML para predecir zonas de pesca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Entender y comunicar los resultados de un modelo de visión artificial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Optimizar rutas y operaciones con herramientas de 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Armar dashboards de toma de decisiones para tu organización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Diseñar un caso de uso de IA para tu contexto específico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MAPEÁ TU OPORTUNIDAD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Actividad — 20 minutos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80772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Tu respuesta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648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Mi rol en el 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2420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El problema que identifico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Datos existentes sobre este problema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3964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Tipo de IA (predicción / clasificación / optimización)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4736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Beneficio esperado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SÍNTESIS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vimos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sector pesquero argentino es estratégico — enorme potencial de digitalización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IA no es magia — son algoritmos que aprenden de datos que ya existen en el sector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Smart Fisheries integra sensores + conectividad + datos + algoritmos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5 aplicaciones concretas: predicción de zonas, AIS, visión artificial, trazabilidad, optimización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brecha existe pero es superable — este curso es un paso concreto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PesquerosEnIA: una comunidad que ya está construyendo este puente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Inteligencia Artificial Aplicada a la Producción Pesquera  ·  UTN FRCh  ·  PesquerosEnIA  · 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537714" cy="822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177272" y="201168"/>
            <a:ext cx="182880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7272" y="201168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PesquerosEnIA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11457432" cy="36576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114574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¡Nos vemos en la Clase 2!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0099CC"/>
                </a:solidFill>
                <a:latin typeface="Calibri"/>
              </a:rPr>
              <a:t>Fundamentos de IA y Modelos de Lenguaje (LLMs) · Docente: Damian Adolfo Giacone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931920"/>
            <a:ext cx="85313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11480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99CC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4632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E6FF"/>
                </a:solidFill>
                <a:latin typeface="Calibri"/>
              </a:rPr>
              <a:t>Para la próxima: probá ChatGPT o Claude con una pregunta de tu sector pesquero.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080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99CC"/>
                </a:solidFill>
                <a:latin typeface="Calibri"/>
              </a:rPr>
              <a:t>UTN FRCh · PesquerosEnIA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