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Estrategia y Transformación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 · Nivel AVANZADO — De entender a liderar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Modelo de madurez digital (1→5)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Priorización impacto vs. esfuerzo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Caso de negocio (ROI)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Datos como activo estratégico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Gestión del cambio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UBICAR ANTES DE DECIDIR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Modelo de madurez digital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80772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Nivel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Estado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648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1 Reactivo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Papel / planillas aisladas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2420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2 Digitalizado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Datos sin integrar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3 Integrado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Fuente de verdad, dashboards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3964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4 Predictivo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Modelos que anticipan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54736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5 Autónomo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Agentes / optimización continua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EVITAR EL PILOT PURGATORY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Priorización impacto vs. esfuerzo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Alto impacto/bajo esfuerzo: zonas, LLMs, dashboards, AIS → hacer ya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Alto/alto: visión en planta, blockchain, mantenimiento → piloto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Definir el criterio de escalado ANTES del piloto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Descartar lo de bajo impacto por más 'de moda' que esté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ROI = (BENEFICIO − COSTO) / INVERSIÓN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caso de negocio (ROI)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Beneficios: combustible, días improductivos, mermas, admin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Costos: datos, cómputo, integración, capacitación, mantenimiento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Ejemplo: −15% consumo en 20 barcos ≈ USD 1–2 M/año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Fruta baja: payback en meses, no años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DONDE MUEREN LOS PROYECTOS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Gestión del cambio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Patrocinio ejecutivo + métrica de negocio clara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Quick wins visibles en 60–90 días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Involucrar al operador (capitán, jefe de planta)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IA que asiste, no que reemplaza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78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El bloqueante no es el algoritmo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es la integración de datos y la adopción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82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Actividad: mini-plan de transformación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