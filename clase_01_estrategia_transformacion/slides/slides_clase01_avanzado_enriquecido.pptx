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2880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2B133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1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24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FE6F2"/>
                </a:solidFill>
                <a:latin typeface="Segoe UI"/>
              </a:rPr>
              <a:t>Clase 1 · Nivel AVANZADO — De entender a liderar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800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Docentes: Ariel Giamportone · Soraya Corvalán · María Ana Reussi ·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138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AFCEDE"/>
                </a:solidFill>
                <a:latin typeface="Segoe UI"/>
              </a:rPr>
              <a:t>Inteligencia Artificial Aplicada a la Producción Pesquera  |  UTN FRCh  |  PesquerosEnIA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rgent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acuicul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sosten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industria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ic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pil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cas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iu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ombust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brec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use_fru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cie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