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INTERMEDIO — El marco estratégico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Segoe UI"/>
              </a:rPr>
              <a:t>Docentes: Ariel Giamportone, Soraya Corvalán, María Ana Reussi,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sector pesquero argentino en cifras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Industria 4.0 y 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los 4 pilares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Casos de uso de IA (5)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brecha tecnológica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Antecedentes: CONIPE y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CARACTERÍSTICAS ÚNICAS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Industria 4.0 llega al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IoT, Big Data, IA, automatización, conectividad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Recurso biológico variable → predicción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Ambiente hostil → monitoreo remoto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Regulación estricta → automatización de reportes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EFICIENCIA, SOSTENIBILIDAD, TRAZABILIDAD, CUMPLIMIENTO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Smart Fisheries: 4 pilares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(sensores, AIS, satélite, partes)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Análisis (ML/IA, dashboards en tiempo real)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Decisión (ruta, zona, velocidad, parada)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Acción (capitán, planta, regulador)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BARRERAS DEL SECTOR ARGENTINO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brecha tecnológica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Barrera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Descripción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Formación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Faltan competencias en datos/IA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Conectividad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Cobertura limitada en alta mar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Inversión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Costo percibido alto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Cultura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Resistencia al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EL SECTOR SE MUEVE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Señales positivas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Pampa Azul: economía del conocimiento marina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Starlink/OneWeb: conectividad a bordo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INIDEP: datos históricos valiosos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PesquerosEnIA: demanda de capacitación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IA con datos pesqueros, para problemas pesqueros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en español y desde el sector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4: Datos y Sensores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