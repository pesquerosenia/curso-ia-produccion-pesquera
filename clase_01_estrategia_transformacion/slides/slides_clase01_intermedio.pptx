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7C14B"/>
                </a:solidFill>
                <a:latin typeface="Segoe UI"/>
              </a:rPr>
              <a:t>CLASE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509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Segoe UI"/>
              </a:rPr>
              <a:t>Estrategia y Transformación Digital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DDE9F0"/>
                </a:solidFill>
                <a:latin typeface="Segoe UI"/>
              </a:rPr>
              <a:t>Clase 1 · Nivel INTERMEDIO — El marco estratégico del sector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Segoe UI"/>
              </a:rPr>
              <a:t>Docentes: Ariel Giamportone, Soraya Corvalán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Produccion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C14B"/>
                </a:solidFill>
                <a:latin typeface="Calibr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292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 que vamos a ver hoy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El sector pesquero argentino en cifras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5916" y="1554480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5916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8836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Industria 4.0 y el mar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Smart Fisheries: los 4 pilares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5916" y="2212848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5916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8836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Casos de uso de IA (5)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71216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La brecha tecnológica argentina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5916" y="2871216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8836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Antecedentes: CONIPE y PesquerosEnIA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CARACTERÍSTICAS ÚNICAS DEL SECTOR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Industria 4.0 llega al mar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IoT, Big Data, IA, automatización, conectividad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Recurso biológico variable → predicción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Ambiente hostil → monitoreo remoto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Regulación estricta → automatización de reportes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EFICIENCIA, SOSTENIBILIDAD, TRAZABILIDAD, CUMPLIMIENTO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Smart Fisheries: 4 pilares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Datos (sensores, AIS, satélite, partes)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Análisis (ML/IA, dashboards en tiempo real)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Decisión (ruta, zona, velocidad, parada)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Acción (capitán, planta, regulador)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BARRERAS DEL SECTOR ARGENTINO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La brecha tecnológica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969264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Barrera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9068" y="1545336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Descripción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78024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2514600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Formación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9068" y="2514600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Faltan competencias en datos/IA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47288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3483864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Conectividad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9068" y="3483864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Cobertura limitada en alta mar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16552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4453128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Inversión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068" y="4453128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Costo percibido alto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385816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5422392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Cultura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5422392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Resistencia al cambio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EL SECTOR SE MUEVE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Señales positivas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Pampa Azul: economía del conocimiento marina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Starlink/OneWeb: conectividad a bordo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INIDEP: datos históricos valiosos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PesquerosEnIA: demanda de capacitación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14232" y="0"/>
            <a:ext cx="3474720" cy="6858000"/>
          </a:xfrm>
          <a:prstGeom prst="rect">
            <a:avLst/>
          </a:prstGeom>
          <a:solidFill>
            <a:srgbClr val="003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7" name="Picture 6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01168"/>
            <a:ext cx="1981200" cy="594360"/>
          </a:xfrm>
          <a:prstGeom prst="rect">
            <a:avLst/>
          </a:prstGeom>
        </p:spPr>
      </p:pic>
      <p:pic>
        <p:nvPicPr>
          <p:cNvPr id="8" name="Picture 7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01168"/>
            <a:ext cx="1981200" cy="594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1078992"/>
            <a:ext cx="834847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80160"/>
            <a:ext cx="80741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IA con datos pesqueros, para problemas pesqueros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80360"/>
            <a:ext cx="80741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AC8F0"/>
                </a:solidFill>
                <a:latin typeface="Calibri"/>
              </a:rPr>
              <a:t>en español y desde el sector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03320"/>
            <a:ext cx="5029200" cy="3200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EE1FF"/>
                </a:solidFill>
                <a:latin typeface="Consolas"/>
              </a:rPr>
              <a:t>github.com/PesquerosEnIA/curso-ia-produccion-pesquera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434840"/>
            <a:ext cx="7772400" cy="822960"/>
          </a:xfrm>
          <a:prstGeom prst="rect">
            <a:avLst/>
          </a:prstGeom>
          <a:solidFill>
            <a:srgbClr val="0064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480560"/>
            <a:ext cx="74980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Clase 4: Datos y Sensores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88552" y="201168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4D7FF"/>
                </a:solidFill>
                <a:latin typeface="Consolas"/>
              </a:rPr>
              <a:t>github.com/
PesquerosEnIA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382512"/>
            <a:ext cx="8074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54D"/>
                </a:solidFill>
                <a:latin typeface="Calibri"/>
              </a:rPr>
              <a:t>UTN FRCh  |  PesquerosEnIA  |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