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880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B133"/>
                </a:solidFill>
                <a:latin typeface="Segoe U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100" b="1">
                <a:solidFill>
                  <a:srgbClr val="FFFFFF"/>
                </a:solidFill>
                <a:latin typeface="Segoe UI"/>
              </a:rPr>
              <a:t>Estrategia y Transformación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24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FE6F2"/>
                </a:solidFill>
                <a:latin typeface="Segoe UI"/>
              </a:rPr>
              <a:t>Clase 1 · Nivel INTERMEDIO — El marco estratégico del sector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800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Docentes: Ariel Giamportone · Soraya Corvalán · María Ana Reussi · Soledad Gurisich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138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FCEDE"/>
                </a:solidFill>
                <a:latin typeface="Segoe UI"/>
              </a:rPr>
              <a:t>Inteligencia Artificial Aplicada a la Producción Pesquera  |  UTN FRCh  |  PesquerosEnIA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argent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acuicul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ostenibi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industria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cic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pila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ca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i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combust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brec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fru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cie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