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3" r:id="rId14"/>
    <p:sldId id="264" r:id="rId15"/>
    <p:sldId id="265" r:id="rId16"/>
    <p:sldId id="266" r:id="rId17"/>
    <p:sldId id="267" r:id="rId18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Estrategia y Transformación Digital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1 · Nivel INTERMEDIO — El marco estratégico del sector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Segoe UI"/>
              </a:rPr>
              <a:t>Docentes: Ariel Giamportone, Soraya Corvalán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El sector pesquero argentino en cifras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Industria 4.0 y el mar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Smart Fisheries: los 4 pilares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Casos de uso de IA (5)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La brecha tecnológica argentina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Antecedentes: CONIPE y PesquerosEnIA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CARACTERÍSTICAS ÚNICAS DEL SECTOR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Industria 4.0 llega al 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IoT, Big Data, IA, automatización, conectividad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Recurso biológico variable → predicción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Ambiente hostil → monitoreo remoto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Regulación estricta → automatización de reportes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EFICIENCIA, SOSTENIBILIDAD, TRAZABILIDAD, CUMPLIMIENTO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Smart Fisheries: 4 pilares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Datos (sensores, AIS, satélite, partes)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Análisis (ML/IA, dashboards en tiempo real)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Decisión (ruta, zona, velocidad, parada)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Acción (capitán, planta, regulador)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BARRERAS DEL SECTOR ARGENTINO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La brecha tecnológica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Barrera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Descripción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Formación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Faltan competencias en datos/IA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Conectividad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Cobertura limitada en alta mar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Inversión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Costo percibido alto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Cultura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Resistencia al cambio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EL SECTOR SE MUEVE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Señales positivas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Pampa Azul: economía del conocimiento marina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Starlink/OneWeb: conectividad a bordo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INIDEP: datos históricos valiosos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PesquerosEnIA: demanda de capacitación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00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IA con datos pesqueros, para problemas pesqueros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en español y desde el sector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34840"/>
            <a:ext cx="7772400" cy="822960"/>
          </a:xfrm>
          <a:prstGeom prst="rect">
            <a:avLst/>
          </a:prstGeom>
          <a:solidFill>
            <a:srgbClr val="0064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7498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Clase 4: Datos y Sensores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