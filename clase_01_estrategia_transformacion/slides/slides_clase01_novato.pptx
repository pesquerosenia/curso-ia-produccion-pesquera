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Estrategia y Transformación Digital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1 · Nivel NOVATO — Por qué la IA importa para tu trabajo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Segoe UI"/>
              </a:rPr>
              <a:t>Docentes: Ariel Giamportone, Soraya Corvalán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La pesca argentina genera muchos datos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Qué es la transformación digital (en criollo)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Smart Fisheries: el círculo virtuoso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5 usos concretos de IA en la pesca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Por qué vamos lento (y por qué ya cambia)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Actividad: tu oportunidad de 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UN GIGANTE QUE RECIÉN USA SUS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La pesca argentina es enorme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Indicador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Valor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Mar Argentino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~1.000.000 km²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Exportaciones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~USD 2.100 M/año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Especies estrella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Merluza, calamar, langostino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Mejora del 5% en eficiencia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+USD 100 M/año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USAR DATOS PARA DECIDIR MEJOR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Transformación digital en criollo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Lo mismo que pasó en el campo (soja, drones, satélites)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Smart Fisheries: barcos y plantas que miden, aprenden y deciden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La lógica: Datos → Análisis → Decisión → Acción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No es magia: es sentido común con datos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MUCHOS YA DISPONIBLES 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 usos concretos de IA en la pesca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Predecir zonas de pesca (temperatura + clorofila)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Monitorear la flota por satélite (AIS/VMS)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Control de calidad en planta con cámaras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Trazabilidad del mar al plato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Optimizar flota: ahorrar combustible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BARRERAS QUE YA SE ESTÁN CAYENDO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¿Por qué vamos más lento?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Formación, conectividad, costo percibido, cultura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Señales de cambio: Pampa Azul, Starlink, INIDEP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Comunidades como PesquerosEnIA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El mejor momento para empezar es ahora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008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Los datos que ya tenés valen plata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si los sabés mirar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34840"/>
            <a:ext cx="7772400" cy="822960"/>
          </a:xfrm>
          <a:prstGeom prst="rect">
            <a:avLst/>
          </a:prstGeom>
          <a:solidFill>
            <a:srgbClr val="00B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Siguiente: Nivel Intermedio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