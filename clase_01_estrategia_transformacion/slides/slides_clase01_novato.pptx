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74152" y="0"/>
            <a:ext cx="411480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806440"/>
            <a:ext cx="12188952" cy="960120"/>
          </a:xfrm>
          <a:prstGeom prst="rect">
            <a:avLst/>
          </a:prstGeom>
          <a:solidFill>
            <a:srgbClr val="00AA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9" name="Picture 8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7112" y="228600"/>
            <a:ext cx="1981200" cy="594360"/>
          </a:xfrm>
          <a:prstGeom prst="rect">
            <a:avLst/>
          </a:prstGeom>
        </p:spPr>
      </p:pic>
      <p:pic>
        <p:nvPicPr>
          <p:cNvPr id="10" name="Picture 9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228600"/>
            <a:ext cx="1981200" cy="5943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1078992"/>
            <a:ext cx="1145743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344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CC"/>
                </a:solidFill>
                <a:latin typeface="Calibri"/>
              </a:rPr>
              <a:t>CLASE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00200"/>
            <a:ext cx="743407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Estrategia y Transformación 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794760"/>
            <a:ext cx="74340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Calibri"/>
              </a:rPr>
              <a:t>Clase 1 · Nivel NOVATO — Por qué la IA importa para tu trabajo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28600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4D2F0"/>
                </a:solidFill>
                <a:latin typeface="Calibri"/>
              </a:rPr>
              <a:t>IA · Pesca · Datos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1089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6BEE6"/>
                </a:solidFill>
                <a:latin typeface="Calibri"/>
              </a:rPr>
              <a:t>UTN FRCh + 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8978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Docentes: ['Ariel Giamportone', 'Soraya Corvalán']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309360"/>
            <a:ext cx="113659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EDCFA"/>
                </a:solidFill>
                <a:latin typeface="Calibr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CC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pesca argentina genera muchos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Qué es la transformación digital (en criollo)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el círculo virtuoso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Por qué vamos lento (y por qué ya cambia)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Actividad: tu oportunidad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UN GIGANTE QUE RECIÉN USA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pesca argentina es enorme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Indicador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Mar Argentino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~1.000.000 km²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Exportaciones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~USD 2.100 M/año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Especies estrella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Merluza, calamar, langostino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Mejora del 5% en eficiencia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+USD 100 M/año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USAR DATOS PARA DECIDIR MEJOR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Transformación digital en criollo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mismo que pasó en el campo (soja, drones, satélites)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Smart Fisheries: barcos y plantas que miden, aprenden y deciden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lógica: Datos → Análisis → Decisión → Acción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es magia: es sentido común con datos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MUCHOS YA DISPONIBLES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Predecir zonas de pesca (temperatura + clorofila)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Monitorear la flota por satélite (AIS/VMS)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Control de calidad en planta con cámaras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Trazabilidad del mar al plato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Optimizar flota: ahorrar combustible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9CC"/>
                </a:solidFill>
                <a:latin typeface="Calibri"/>
              </a:rPr>
              <a:t>BARRERAS QUE YA SE ESTÁN CAYENDO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¿Por qué vamos más lento?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Formación, conectividad, costo percibido, cultura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Señales de cambio: Pampa Azul, Starlink, INIDEP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Comunidades como PesquerosEnIA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mejor momento para empezar es ahora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99CC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99CC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8F0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