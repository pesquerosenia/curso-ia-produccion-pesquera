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3" r:id="rId14"/>
    <p:sldId id="264" r:id="rId15"/>
    <p:sldId id="265" r:id="rId16"/>
    <p:sldId id="266" r:id="rId17"/>
    <p:sldId id="267" r:id="rId18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8" name="Picture 7" descr="cover_b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4041648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E7C14B"/>
                </a:solidFill>
                <a:latin typeface="Segoe UI"/>
              </a:rPr>
              <a:t>CLASE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389120"/>
            <a:ext cx="9509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Segoe UI"/>
              </a:rPr>
              <a:t>Estrategia y Transformación Digital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62356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50" b="0">
                <a:solidFill>
                  <a:srgbClr val="DDE9F0"/>
                </a:solidFill>
                <a:latin typeface="Segoe UI"/>
              </a:rPr>
              <a:t>Clase 1 · Nivel NOVATO — Por qué la IA importa para tu trabajo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6108192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50" b="1">
                <a:solidFill>
                  <a:srgbClr val="FFFFFF"/>
                </a:solidFill>
                <a:latin typeface="Segoe UI"/>
              </a:rPr>
              <a:t>Docentes: Ariel Giamportone, Soraya Corvalán, María Ana Reussi, Soledad Gurisich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55664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DDE9F0"/>
                </a:solidFill>
                <a:latin typeface="Segoe UI"/>
              </a:rPr>
              <a:t>Inteligencia Artificial Aplicada a la Produccion Pesquera  |  UTN FRCh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7C14B"/>
                </a:solidFill>
                <a:latin typeface="Calibri"/>
              </a:rPr>
              <a:t>AGENDA DE LA CLASE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502920"/>
            <a:ext cx="112745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Lo que vamos a ver hoy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La pesca argentina genera muchos datos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85916" y="1554480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5916" y="1527048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88836" y="1508760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Qué es la transformación digital (en criollo)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Smart Fisheries: el círculo virtuoso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5916" y="2212848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85916" y="2185416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88836" y="2167128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5 usos concretos de IA en la pesca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Por qué vamos lento (y por qué ya cambia)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85916" y="2871216"/>
            <a:ext cx="411480" cy="41148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5916" y="2843784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88836" y="2825496"/>
            <a:ext cx="4951476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E1E32"/>
                </a:solidFill>
                <a:latin typeface="Calibri"/>
              </a:rPr>
              <a:t>Actividad: tu oportunidad de IA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UN GIGANTE QUE RECIÉN USA SUS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La pesca argentina es enorme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08760"/>
            <a:ext cx="11457432" cy="969264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Indicador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59068" y="1545336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Valor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478024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Mar Argentino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59068" y="2514600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~1.000.000 km²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447288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0352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Exportaciones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59068" y="3483864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~USD 2.100 M/año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16552"/>
            <a:ext cx="11457432" cy="969264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0352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Especies estrella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59068" y="4453128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Merluza, calamar, langostino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385816"/>
            <a:ext cx="11457432" cy="9692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0352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Calibri"/>
              </a:rPr>
              <a:t>Mejora del 5% en eficiencia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59068" y="5422392"/>
            <a:ext cx="563727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E1E32"/>
                </a:solidFill>
                <a:latin typeface="Calibri"/>
              </a:rPr>
              <a:t>+USD 100 M/año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36792"/>
            <a:ext cx="11457432" cy="36576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USAR DATOS PARA DECIDIR MEJOR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Transformación digital en criollo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Lo mismo que pasó en el campo (soja, drones, satélites)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Smart Fisheries: barcos y plantas que miden, aprenden y deciden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La lógica: Datos → Análisis → Decisión → Acción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No es magia: es sentido común con datos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MUCHOS YA DISPONIBLES HOY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5 usos concretos de IA en la pesca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Predecir zonas de pesca (temperatura + clorofila)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Monitorear la flota por satélite (AIS/VMS)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Control de calidad en planta con cámaras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Trazabilidad del mar al plato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Optimizar flota: ahorrar combustible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3152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7C14B"/>
                </a:solidFill>
                <a:latin typeface="Calibri"/>
              </a:rPr>
              <a:t>BARRERAS QUE YA SE ESTÁN CAYENDO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365760"/>
            <a:ext cx="1109167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¿Por qué vamos más lento?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1457432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Formación, conectividad, costo percibido, cultura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Señales de cambio: Pampa Azul, Starlink, INIDEP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Comunidades como PesquerosEnIA</a:t>
            </a:r>
          </a:p>
          <a:p>
            <a:pPr>
              <a:spcBef>
                <a:spcPts val="400"/>
              </a:spcBef>
              <a:spcAft>
                <a:spcPts val="200"/>
              </a:spcAft>
            </a:pPr>
            <a:r>
              <a:rPr sz="1700" b="1">
                <a:solidFill>
                  <a:srgbClr val="1E1E32"/>
                </a:solidFill>
                <a:latin typeface="Calibri"/>
              </a:rPr>
              <a:t>• El mejor momento para empezar es ahora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_pesqueros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6455664"/>
            <a:ext cx="347472" cy="3474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6455664"/>
            <a:ext cx="114574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IA Aplicada a la Produccion Pesquera  |  UTN FRCh  |  PesquerosEnIA  | 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14232" y="0"/>
            <a:ext cx="3474720" cy="6858000"/>
          </a:xfrm>
          <a:prstGeom prst="rect">
            <a:avLst/>
          </a:prstGeom>
          <a:solidFill>
            <a:srgbClr val="008C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utn_frch_neg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5448"/>
            <a:ext cx="1366857" cy="731520"/>
          </a:xfrm>
          <a:prstGeom prst="rect">
            <a:avLst/>
          </a:prstGeom>
        </p:spPr>
      </p:pic>
      <p:pic>
        <p:nvPicPr>
          <p:cNvPr id="7" name="Picture 6" descr="logo_pesqueros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201168"/>
            <a:ext cx="1981200" cy="594360"/>
          </a:xfrm>
          <a:prstGeom prst="rect">
            <a:avLst/>
          </a:prstGeom>
        </p:spPr>
      </p:pic>
      <p:pic>
        <p:nvPicPr>
          <p:cNvPr id="8" name="Picture 7" descr="logo_ariel_symbo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201168"/>
            <a:ext cx="1981200" cy="594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1078992"/>
            <a:ext cx="8348472" cy="32004"/>
          </a:xfrm>
          <a:prstGeom prst="rect">
            <a:avLst/>
          </a:prstGeom>
          <a:solidFill>
            <a:srgbClr val="009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280160"/>
            <a:ext cx="8074152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Los datos que ya tenés valen plata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880360"/>
            <a:ext cx="8074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5AC8F0"/>
                </a:solidFill>
                <a:latin typeface="Calibri"/>
              </a:rPr>
              <a:t>si los sabés mirar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703320"/>
            <a:ext cx="5029200" cy="32004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79476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EE1FF"/>
                </a:solidFill>
                <a:latin typeface="Consolas"/>
              </a:rPr>
              <a:t>github.com/PesquerosEnIA/curso-ia-produccion-pesquera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34840"/>
            <a:ext cx="7772400" cy="822960"/>
          </a:xfrm>
          <a:prstGeom prst="rect">
            <a:avLst/>
          </a:prstGeom>
          <a:solidFill>
            <a:srgbClr val="00B4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80560"/>
            <a:ext cx="7498079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Siguiente: Nivel Intermedio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2011680"/>
            <a:ext cx="2926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4D7FF"/>
                </a:solidFill>
                <a:latin typeface="Consolas"/>
              </a:rPr>
              <a:t>github.com/
PesquerosEnIA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382512"/>
            <a:ext cx="807415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A454D"/>
                </a:solidFill>
                <a:latin typeface="Calibri"/>
              </a:rPr>
              <a:t>UTN FRCh  |  PesquerosEnIA  | 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_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1_d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