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l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28803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2B133"/>
                </a:solidFill>
                <a:latin typeface="Segoe UI"/>
              </a:rPr>
              <a:t>CLASE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100" b="1">
                <a:solidFill>
                  <a:srgbClr val="FFFFFF"/>
                </a:solidFill>
                <a:latin typeface="Segoe UI"/>
              </a:rPr>
              <a:t>Estrategia y Transformación Digital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24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FE6F2"/>
                </a:solidFill>
                <a:latin typeface="Segoe UI"/>
              </a:rPr>
              <a:t>Clase 1 · Nivel NOVATO — Por qué la IA importa para tu trabajo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800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Docentes: Ariel Giamportone · Soraya Corvalán · María Ana Reussi · Soledad Gurisich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138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AFCEDE"/>
                </a:solidFill>
                <a:latin typeface="Segoe UI"/>
              </a:rPr>
              <a:t>Inteligencia Artificial Aplicada a la Producción Pesquera  |  UTN FRCh  |  PesquerosEnIA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agen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use_argent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use_acuicul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sostenibi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industria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use_cic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pil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use_cas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iu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combusti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brech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use_fru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cier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