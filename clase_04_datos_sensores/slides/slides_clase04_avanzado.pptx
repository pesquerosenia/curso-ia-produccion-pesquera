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AVANZADO — Datos reales, frentes e ingeniería de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Ingesta de datos reales (Copernicus, NOAA) + fallback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NetCDF y xarray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Detección de frentes térmicos (gradiente de SST)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Feature engineering ambiental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Calidad de datos y sesgos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Desafío integrador: frente ↔ esfuerzo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ESTA CLASE ES LA CAPA DE DATOS QUE ALIMENTA EL MODELADO (CLASE 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Del dato crudo al feature: el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Fuente real → ingesta → limpieza → features → modelo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Patrón robusto: fuente real (credenciales) → fallback sintético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Reproducible en cualquier entorno, incluido Colab sin configurar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DOS FUENTES COMPLEMENTARIAS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Copernicus vs NOAA ERDDAP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Copernicus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NOAA ERDDAP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Registro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Sí (gratis)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Resolución SST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5–9 km (L4)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hasta 1 km (MUR)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Acceso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copernicusmarine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erddapy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Fuerte 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Series L4 sin gaps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Alta resolución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|∇SST| = SQRT(GRAD_LAT² + GRAD_LON²) → UMBRAL P90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Frentes térmicos por gradiente de SST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Los frentes concentran nutrientes y recursos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Convergencia Malvinas-Brasil → agregación de merluza/calamar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frente es un PREDICTOR de zona, no solo un fenómeno físico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 datos reales: suavizar antes de derivar (ruido de píxel)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LAS CRUDAS RARA VEZ SON LA MEJOR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Feature engineering ambiental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Definición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sst_anomalia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 − media/clima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Aísla lo inusual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dist_optimo_termico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|SST − 10 °C|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Relación no lineal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indice_habitat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f(SST) × f(clorofila)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Combina 2 señales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intensidad_frente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|∇SST| en la marea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Proxy de frente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UN MODELO ES TAN BUENO COMO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Calidad de datos y sesgos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AIS off → GFW subestima; corregir con AIS + SAR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Gaps por nubosidad → productos L4 / gap-filling (DINEOF)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Sesgo de esfuerzo: los partes dicen DÓNDE se pescó, no dónde HAY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Alinear captura con la variable ambiental del mismo día y celda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ENTREGABLE: NOTEBOOK REPRODUCIBLE + FIGURA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Desafío integrador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SST real 1 semana (Copernicus) → anomalía vs climatología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 diario por gradiente → cómo migra el frente Malvinas-Brasil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Cruzar con fishing effort de GFW (misma zona/fecha)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¿El esfuerzo sigue al frente o hay retardo? Implicancias para Clase 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La capa de datos define el techo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Datos y Sensores — Nivel Avanzado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6: ML y modelos predictivos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