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4 · Nivel AVANZADO — Datos reales, frentes e ingeniería de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Ariel Giamportone ·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dosmun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tempcloro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isv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satel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iu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platafor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