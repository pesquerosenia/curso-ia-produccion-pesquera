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Datos y Sensores del Dominio Pesquero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4 · Nivel INTERMEDIO — Explorar y modificar el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Ariel Giamportone, Soraya Corvalán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El ecosistema de datos de un barco pesquero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Variables clave: SST, clorofila, corrientes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AIS y VMS: el rastro digital de la flota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Plataformas abiertas: INIDEP, Copernicus, GFW, NOAA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Formatos: CSV, NetCDF, Shapefile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Notebook + ejercicios para modificar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¿CUÁNTOS EXPLOTAMOS?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 barco genera datos 24/7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Sensor/Sistema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Frecuencia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GPS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Posición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35305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Continua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Posición + velocidad + identidad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16077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2–10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VMS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Posición satelital (regulatorio)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396849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30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Ecosonda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Profundidad + cardúmenes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477621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Continua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Balanza / parte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9496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Captura por 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5583936"/>
            <a:ext cx="3727704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Por 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LOS PREDICTORES DEL HÁBITAT PESQUERO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Variables ambientales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SST: cada especie tiene su rango óptimo (merluza 4–12 °C)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Clorofila-a: productividad primaria = base de la cadena trófica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Profundidad: define el estrato (merluza demersal 50–300 m)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Corrientes: Malvinas (fría) vs Brasil (cálida) → frente productivo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DOS SISTEMAS, DOS PROPÓSITOS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AIS vs VMS: el rastro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AIS: público, alta frecuencia; base de Global Fishing Watch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VMS: regulatorio, obligatorio &gt;28 m, datos no públicos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Dark vessels: barcos que apagan el AIS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GFW detecta pesca por patrones de movimiento (AIS + 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TODO GRATUITO, CON REGISTRO O SIN ÉL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Plataformas de datos abiertos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Acceso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Copernicus Marine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SST, clorofila, corrientes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copernicusmarine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NOAA ERDDAP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SST alta resolución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erddapy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INIDEP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Capturas y stocks (ARG)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web / informes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Global Fishing Watch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Esfuerzo pesquero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API / descarga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CLASE04_DATOS_INTERMEDIO.IPYNB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Notebook + ejercicios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Flujo completo: SST, clorofila, AIS, capturas, integración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Ejercicio 1: mover el frente productivo y observar el efecto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Ejercicio 2: ¿el óptimo de SST cambia por estación?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Puente directo a la Clase 6 (modelos predictivos)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 la señal del sensor al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Datos y Sensores — Nivel Intermedio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0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Clase 6: ML y modelos predictivos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