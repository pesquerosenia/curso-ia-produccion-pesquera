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itl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28803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2B133"/>
                </a:solidFill>
                <a:latin typeface="Segoe UI"/>
              </a:rPr>
              <a:t>CLASE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100" b="1">
                <a:solidFill>
                  <a:srgbClr val="FFFFFF"/>
                </a:solidFill>
                <a:latin typeface="Segoe UI"/>
              </a:rPr>
              <a:t>Datos y Sensores del Dominio Pesquero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245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FE6F2"/>
                </a:solidFill>
                <a:latin typeface="Segoe UI"/>
              </a:rPr>
              <a:t>Clase 4 · Nivel INTERMEDIO — Explorar y modificar el análisis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800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Segoe UI"/>
              </a:rPr>
              <a:t>Docentes: Ariel Giamportone · Soraya Corvalán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1389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AFCEDE"/>
                </a:solidFill>
                <a:latin typeface="Segoe UI"/>
              </a:rPr>
              <a:t>Inteligencia Artificial Aplicada a la Producción Pesquera  |  UTN FRCh  |  PesquerosEnIA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agen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sens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use_dosmund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use_tempclorofi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use_aisv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use_satel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use_iu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plataform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noteb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cier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