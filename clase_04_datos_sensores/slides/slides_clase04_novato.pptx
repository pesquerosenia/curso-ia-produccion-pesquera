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8" name="Picture 7" descr="cover_bg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4041648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E7C14B"/>
                </a:solidFill>
                <a:latin typeface="Segoe UI"/>
              </a:rPr>
              <a:t>CLASE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389120"/>
            <a:ext cx="9509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Segoe UI"/>
              </a:rPr>
              <a:t>Datos y Sensores del Dominio Pesquero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62356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0">
                <a:solidFill>
                  <a:srgbClr val="DDE9F0"/>
                </a:solidFill>
                <a:latin typeface="Segoe UI"/>
              </a:rPr>
              <a:t>Clase 4 · Nivel NOVATO — Entender los datos sin programar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108192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FFFFFF"/>
                </a:solidFill>
                <a:latin typeface="Segoe UI"/>
              </a:rPr>
              <a:t>Docentes: Ariel Giamportone, Soraya Corvalán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55664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DE9F0"/>
                </a:solidFill>
                <a:latin typeface="Segoe UI"/>
              </a:rPr>
              <a:t>Inteligencia Artificial Aplicada a la Produccion Pesquera  |  UTN FRCh  |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7C14B"/>
                </a:solidFill>
                <a:latin typeface="Calibri"/>
              </a:rPr>
              <a:t>AGENDA DE LA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502920"/>
            <a:ext cx="112745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Lo que vamos a ver hoy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411480" cy="4114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270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508760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Tu barco es una fábrica de datos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85916" y="1554480"/>
            <a:ext cx="411480" cy="4114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85916" y="15270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88836" y="1508760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Pista N°1: la temperatura del mar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212848"/>
            <a:ext cx="411480" cy="4114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185416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2167128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Pista N°2: la clorofila (la comida del mar)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5916" y="2212848"/>
            <a:ext cx="411480" cy="4114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85916" y="2185416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88836" y="2167128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¿A qué temperatura se pesca más?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871216"/>
            <a:ext cx="411480" cy="4114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843784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825496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¿Dónde están estos datos? (gratis)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85916" y="2871216"/>
            <a:ext cx="411480" cy="4114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85916" y="2843784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88836" y="2825496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Notebook: solo apretar ▶ y observar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LA IDEA DE HOY: TU BARCO YA GENERA DATOS; VAMOS A VER PARA QUÉ SIRVEN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Tu barco es una fábrica de datos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Sin darte cuenta, todo el día se registran números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GPS, ecosonda, sensor de temperatura, balanza, parte de pesca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El problema: casi nunca los miramos juntos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La IA sirve para sacarle el jugo a datos que YA tenés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TODO ESTO SON DATOS APROVECHABLES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Qué datos genera tu barco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08760"/>
            <a:ext cx="11457432" cy="807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545336"/>
            <a:ext cx="5637276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Lo que pasa a bordo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59068" y="1545336"/>
            <a:ext cx="5637276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El dato que queda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316480"/>
            <a:ext cx="11457432" cy="8077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2353056"/>
            <a:ext cx="5637276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59669"/>
                </a:solidFill>
                <a:latin typeface="Calibri"/>
              </a:rPr>
              <a:t>El GPS marca dónde estás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59068" y="2353056"/>
            <a:ext cx="5637276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Posición (lat/lon)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124200"/>
            <a:ext cx="11457432" cy="807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3160776"/>
            <a:ext cx="5637276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59669"/>
                </a:solidFill>
                <a:latin typeface="Calibri"/>
              </a:rPr>
              <a:t>La ecosonda ve el fondo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59068" y="3160776"/>
            <a:ext cx="5637276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Profundidad y cardúmenes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931920"/>
            <a:ext cx="11457432" cy="8077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3968496"/>
            <a:ext cx="5637276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59669"/>
                </a:solidFill>
                <a:latin typeface="Calibri"/>
              </a:rPr>
              <a:t>Un sensor mide el agua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59068" y="3968496"/>
            <a:ext cx="5637276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Temperatura del mar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739640"/>
            <a:ext cx="11457432" cy="807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" y="4776216"/>
            <a:ext cx="5637276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59669"/>
                </a:solidFill>
                <a:latin typeface="Calibri"/>
              </a:rPr>
              <a:t>Se pesa la captura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59068" y="4776216"/>
            <a:ext cx="5637276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Kilos por lance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5547360"/>
            <a:ext cx="11457432" cy="8077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" y="5583936"/>
            <a:ext cx="5637276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59669"/>
                </a:solidFill>
                <a:latin typeface="Calibri"/>
              </a:rPr>
              <a:t>Se llena el parte de pesca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59068" y="5583936"/>
            <a:ext cx="5637276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Especie, zona, hora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6336792"/>
            <a:ext cx="11457432" cy="3657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CADA ESPECIE PREFIERE SU TEMPERATURA — LOS SATÉLITES LA MIDEN GRATIS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Pista N°1: la temperatura del mar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Merluza: agua fresca, 4 a 12 °C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Calamar: un poco más cálida, 8 a 16 °C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Langostino: 6 a 14 °C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Frentes (donde se junta agua fría y cálida) = zonas ricas en pesca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LA CLOROFILA MIDE LA COMIDA DEL MAR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Pista N°2: la clorofila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Más clorofila = más fitoplancton = más comida = más peces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Regla simple: donde hay comida, hay pesca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También la miden los satélites, gratis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Buen ojo: cruzar temperatura adecuada + mucha comida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LO QUE MUESTRA EL NOTEBOOK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La conclusión práctica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La merluza se pesca más en agua templada (9–12 °C)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Con un dato gratis, elegís mejor la zona ANTES de salir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Menos vueltas = menos gasoil = más ganancia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Eso es, en pocas palabras, la IA aplicada a la pesca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NO HACE FALTA COMPRAR NADA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¿Dónde están estos datos? (gratis)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08760"/>
            <a:ext cx="11457432" cy="9692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545336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Plataforma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59068" y="1545336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Qué te da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478024"/>
            <a:ext cx="11457432" cy="96926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2514600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59669"/>
                </a:solidFill>
                <a:latin typeface="Calibri"/>
              </a:rPr>
              <a:t>Copernicus Marine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59068" y="2514600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Temperatura y clorofila por satélite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447288"/>
            <a:ext cx="11457432" cy="9692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3483864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59669"/>
                </a:solidFill>
                <a:latin typeface="Calibri"/>
              </a:rPr>
              <a:t>NOAA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59068" y="3483864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Temperatura del mar de alta calidad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416552"/>
            <a:ext cx="11457432" cy="96926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4453128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59669"/>
                </a:solidFill>
                <a:latin typeface="Calibri"/>
              </a:rPr>
              <a:t>Global Fishing Watch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59068" y="4453128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Dónde están pescando los barcos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5385816"/>
            <a:ext cx="11457432" cy="9692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" y="5422392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59669"/>
                </a:solidFill>
                <a:latin typeface="Calibri"/>
              </a:rPr>
              <a:t>INIDEP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59068" y="5422392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Capturas y recursos de Argentina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6336792"/>
            <a:ext cx="11457432" cy="3657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714232" y="0"/>
            <a:ext cx="3474720" cy="6858000"/>
          </a:xfrm>
          <a:prstGeom prst="rect">
            <a:avLst/>
          </a:prstGeom>
          <a:solidFill>
            <a:srgbClr val="008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_utn_frch_neg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"/>
            <a:ext cx="1366857" cy="731520"/>
          </a:xfrm>
          <a:prstGeom prst="rect">
            <a:avLst/>
          </a:prstGeom>
        </p:spPr>
      </p:pic>
      <p:pic>
        <p:nvPicPr>
          <p:cNvPr id="7" name="Picture 6" descr="logo_pesqueros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0" y="201168"/>
            <a:ext cx="1981200" cy="594360"/>
          </a:xfrm>
          <a:prstGeom prst="rect">
            <a:avLst/>
          </a:prstGeom>
        </p:spPr>
      </p:pic>
      <p:pic>
        <p:nvPicPr>
          <p:cNvPr id="8" name="Picture 7" descr="logo_ariel_symbo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40" y="201168"/>
            <a:ext cx="1981200" cy="5943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365760" y="1078992"/>
            <a:ext cx="8348472" cy="32004"/>
          </a:xfrm>
          <a:prstGeom prst="rect">
            <a:avLst/>
          </a:prstGeom>
          <a:solidFill>
            <a:srgbClr val="0099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280160"/>
            <a:ext cx="807415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Los datos que ya tenés valen plata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880360"/>
            <a:ext cx="80741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AC8F0"/>
                </a:solidFill>
                <a:latin typeface="Calibri"/>
              </a:rPr>
              <a:t>si los sabés mirar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703320"/>
            <a:ext cx="5029200" cy="3200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379476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EE1FF"/>
                </a:solidFill>
                <a:latin typeface="Consolas"/>
              </a:rPr>
              <a:t>github.com/PesquerosEnIA/curso-ia-produccion-pesquera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434840"/>
            <a:ext cx="7772400" cy="822960"/>
          </a:xfrm>
          <a:prstGeom prst="rect">
            <a:avLst/>
          </a:prstGeom>
          <a:solidFill>
            <a:srgbClr val="00B4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4480560"/>
            <a:ext cx="749807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Siguiente paso: Nivel Intermedio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88552" y="201168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4D7FF"/>
                </a:solidFill>
                <a:latin typeface="Consolas"/>
              </a:rPr>
              <a:t>github.com/
PesquerosEnIA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382512"/>
            <a:ext cx="80741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A454D"/>
                </a:solidFill>
                <a:latin typeface="Calibri"/>
              </a:rPr>
              <a:t>UTN FRCh  |  PesquerosEnIA  | 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