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Datos y Sensores del Dominio Pesquero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4 · Nivel NOVATO — Entender los datos sin programar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Segoe UI"/>
              </a:rPr>
              <a:t>Docentes: Ariel Giamportone, Soraya Corvalán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Tu barco es una fábrica de datos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Pista N°1: la temperatura del mar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Pista N°2: la clorofila (la comida del mar)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¿A qué temperatura se pesca más?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¿Dónde están estos datos? (gratis)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Notebook: solo apretar ▶ y observar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LA IDEA DE HOY: TU BARCO YA GENERA DATOS; VAMOS A VER PARA QUÉ SIRVEN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Tu barco es una fábrica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Sin darte cuenta, todo el día se registran números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GPS, ecosonda, sensor de temperatura, balanza, parte de pesca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problema: casi nunca los miramos juntos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IA sirve para sacarle el jugo a datos que YA tenés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TODO ESTO SON DATOS APROVECHABLES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Qué datos genera tu barco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807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 que pasa a bordo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El dato que queda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648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35305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El GPS marca dónde estás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35305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Posición (lat/lon)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2420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16077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La ecosonda ve el fondo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16077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Profundidad y cardúmenes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96849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Un sensor mide el agua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396849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Temperatura del mar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3964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77621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Se pesa la captura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477621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Kilos por 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4736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5839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Se llena el parte de pesca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55839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Especie, zona, hora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CADA ESPECIE PREFIERE SU TEMPERATURA — LOS SATÉLITES LA MIDEN GRATIS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Pista N°1: la temperatura del 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Merluza: agua fresca, 4 a 12 °C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Calamar: un poco más cálida, 8 a 16 °C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Langostino: 6 a 14 °C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Frentes (donde se junta agua fría y cálida) = zonas ricas en pesca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LA CLOROFILA MIDE LA COMIDA DEL 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Pista N°2: la clorofila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Más clorofila = más fitoplancton = más comida = más peces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Regla simple: donde hay comida, hay pesca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También la miden los satélites, gratis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Buen ojo: cruzar temperatura adecuada + mucha comida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LO QUE MUESTRA EL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 conclusión práctica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merluza se pesca más en agua templada (9–12 °C)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Con un dato gratis, elegís mejor la zona ANTES de salir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Menos vueltas = menos gasoil = más ganancia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Eso es, en pocas palabras, la IA aplicada a la pesca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NO HACE FALTA COMPRAR 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¿Dónde están estos datos? (gratis)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Qué te 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Copernicus Marine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Temperatura y clorofila por satélite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NOAA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Temperatura del mar de alta calidad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Global Fishing 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Dónde están pescando los barcos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INIDEP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Capturas y recursos de Argentina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0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Los datos que ya tenés valen plata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si los sabés mirar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7772400" cy="822960"/>
          </a:xfrm>
          <a:prstGeom prst="rect">
            <a:avLst/>
          </a:prstGeom>
          <a:solidFill>
            <a:srgbClr val="00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Siguiente paso: Nivel Intermedio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