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A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9" name="Picture 8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28600"/>
            <a:ext cx="1981200" cy="594360"/>
          </a:xfrm>
          <a:prstGeom prst="rect">
            <a:avLst/>
          </a:prstGeom>
        </p:spPr>
      </p:pic>
      <p:pic>
        <p:nvPicPr>
          <p:cNvPr id="10" name="Picture 9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228600"/>
            <a:ext cx="1981200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1078992"/>
            <a:ext cx="1145743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9CC"/>
                </a:solidFill>
                <a:latin typeface="Calibri"/>
              </a:rPr>
              <a:t>CLASE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74340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Datos y Sensores del Dominio Pesquero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74340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Calibri"/>
              </a:rPr>
              <a:t>Clase 4 · Nivel NOVATO — Entender los datos sin programar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2860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4D2F0"/>
                </a:solidFill>
                <a:latin typeface="Calibri"/>
              </a:rPr>
              <a:t>IA · Pesca ·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108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6BEE6"/>
                </a:solidFill>
                <a:latin typeface="Calibri"/>
              </a:rPr>
              <a:t>UTN FRCh + 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Docentes: ['Ariel Giamportone', 'Soraya Corvalán']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0936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EDCFA"/>
                </a:solidFill>
                <a:latin typeface="Calibr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CC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barco es una fábrica de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Pista N°1: la temperatura del 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Pista N°2: la clorofila (la comida del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¿A qué temperatura se pesca más?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¿Dónde están estos datos? (gratis)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Notebook: solo apretar ▶ y observar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LA IDEA DE HOY: TU BARCO YA GENERA DATOS; VAMOS A VER PARA QUÉ SIRVEN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Tu barco es una fábrica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Sin darte cuenta, todo el día se registran números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GPS, ecosonda, sensor de temperatura, balanza, parte de pesca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problema: casi nunca los miramos juntos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IA sirve para sacarle el jugo a datos que YA tenés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TODO ESTO SON DATOS APROVECHABLES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Qué datos genera tu barco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Lo que pasa a bordo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El dato que queda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El GPS marca dónde estás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(lat/lon)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La ecosonda ve el fondo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Profundidad y cardúmenes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Un sensor mide el agua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del mar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Se pesa la captura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Kilos por lance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Se llena el parte de pesca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Especie, zona, hora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CADA ESPECIE PREFIERE SU TEMPERATURA — LOS SATÉLITES LA MIDEN GRATIS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Pista N°1: la temperatura del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Merluza: agua fresca, 4 a 12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Calamar: un poco más cálida, 8 a 16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Langostino: 6 a 14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Frentes (donde se junta agua fría y cálida) = zonas ricas en pesca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LA CLOROFILA MIDE LA COMIDA DEL 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Pista N°2: la clorofila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Más clorofila = más fitoplancton = más comida = más peces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Regla simple: donde hay comida, hay pesca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También la miden los satélites, gratis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Buen ojo: cruzar temperatura adecuada + mucha comida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LO QUE MUESTRA EL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conclusión práctica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merluza se pesca más en agua templada (9–12 °C)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 un dato gratis, elegís mejor la zona ANTES de salir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Menos vueltas = menos gasoil = más ganancia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Eso es, en pocas palabras, la IA aplicada a la pesca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NO HACE FALTA COMPRAR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¿Dónde están estos datos? (gratis)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Plataforma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Qué te 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Copernicus Marine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y clorofila por satélite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NOAA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del mar de alta calidad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Global Fishing Watch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Dónde están pescando los barcos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INIDEP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Capturas y recursos de Argentina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99CC"/>
                </a:solidFill>
                <a:latin typeface="Calibri"/>
              </a:rPr>
              <a:t>si los sabés mirar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Siguiente paso: Nivel Intermedio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8F0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