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5" r:id="rId16"/>
    <p:sldId id="266" r:id="rId17"/>
    <p:sldId id="267" r:id="rId18"/>
    <p:sldId id="268" r:id="rId19"/>
    <p:sldId id="269" r:id="rId20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NOVATO — Entender los datos sin programar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Pista N°2: la clorofila (la comida del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¿A qué temperatura se pesca más?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Notebook: solo apretar ▶ y observar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 IDEA DE HOY: TU BARCO YA GENERA DATOS; VAMOS A VER PARA QUÉ SIRVEN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barco es una fábrica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Sin darte cuenta, todo el día se registran números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GPS, ecosonda, sensor de temperatura, balanza, parte de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problema: casi nunca los miramos juntos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IA sirve para sacarle el jugo a datos que YA tenés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TODO ESTO SON DATOS APROVECHABLES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Qué datos genera tu barco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Lo que pasa a bordo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El dato que queda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El GPS marca dónde estás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35305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(lat/lon)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La ecosonda ve el fondo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16077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y cardúmenes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Un sensor mide el agua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396849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pesa la captura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477621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Kilos por lance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Se llena el parte de pesca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5583936"/>
            <a:ext cx="5637276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Especie, zona, hora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CADA ESPECIE PREFIERE SU TEMPERATURA — LOS SATÉLITES LA MIDEN GRATIS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N°1: la temperatura del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Merluza: agua fresca, 4 a 12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Calamar: un poco más cálida, 8 a 16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Langostino: 6 a 14 °C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Frentes (donde se junta agua fría y cálida) = zonas ricas en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LA CLOROFILA MIDE LA COMIDA DEL 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Pista N°2: la clorofila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Más clorofila = más fitoplancton = más comida = más peces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Regla simple: donde hay comida, hay pesca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También la miden los satélites, gratis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Buen ojo: cruzar temperatura adecuada + mucha comida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LO QUE MUESTRA EL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conclusión práctica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merluza se pesca más en agua templada (9–12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 un dato gratis, elegís mejor la zona ANTES de salir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Menos vueltas = menos gasoil = más ganancia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Eso es, en pocas palabras, la IA aplicada a la pesca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NO HACE FALTA COMPRAR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¿Dónde están estos datos? (gratis)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Qué te 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Copernicus Marine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y clorofila por satélite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NOAA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Temperatura del mar de alta calidad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Global Fishing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Dónde están pescando los barcos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recursos de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 paso: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