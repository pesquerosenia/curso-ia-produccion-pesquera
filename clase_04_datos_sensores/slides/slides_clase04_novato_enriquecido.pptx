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5" r:id="rId16"/>
    <p:sldId id="266" r:id="rId17"/>
    <p:sldId id="267" r:id="rId18"/>
    <p:sldId id="268" r:id="rId19"/>
    <p:sldId id="269" r:id="rId20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 descr="cover_b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7C14B"/>
                </a:solidFill>
                <a:latin typeface="Segoe UI"/>
              </a:rPr>
              <a:t>CLASE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Datos y Sensores del Dominio Pesquero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DDE9F0"/>
                </a:solidFill>
                <a:latin typeface="Segoe UI"/>
              </a:rPr>
              <a:t>Clase 4 · Nivel NOVATO — Entender los datos sin programar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FFFFF"/>
                </a:solidFill>
                <a:latin typeface="Segoe UI"/>
              </a:rPr>
              <a:t>Docentes: Ariel Giamportone, Soraya Corvalán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Produccion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C14B"/>
                </a:solidFill>
                <a:latin typeface="Calibr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 que vamos a ver hoy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Tu barco es una fábrica de datos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1554480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5916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8836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Pista N°1: la temperatura del mar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Pista N°2: la clorofila (la comida del mar)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2212848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836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¿A qué temperatura se pesca más?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71216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¿Dónde están estos datos? (gratis)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5916" y="2871216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5916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8836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Notebook: solo apretar ▶ y observar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LA IDEA DE HOY: TU BARCO YA GENERA DATOS; VAMOS A VER PARA QUÉ SIRVEN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Tu barco es una fábrica de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Sin darte cuenta, todo el día se registran números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GPS, ecosonda, sensor de temperatura, balanza, parte de pesca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El problema: casi nunca los miramos juntos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La IA sirve para sacarle el jugo a datos que YA tenés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TODO ESTO SON DATOS APROVECHABLES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Qué datos genera tu barco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807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 que pasa a bordo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9068" y="154533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El dato que queda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1648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35305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El GPS marca dónde estás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9068" y="235305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Posición (lat/lon)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24200"/>
            <a:ext cx="11457432" cy="80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16077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La ecosonda ve el fondo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9068" y="316077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Profundidad y cardúmenes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96849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Un sensor mide el agua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9068" y="396849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Temperatura del mar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39640"/>
            <a:ext cx="11457432" cy="807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77621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Se pesa la captura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477621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Kilos por lance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547360"/>
            <a:ext cx="11457432" cy="8077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558393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Se llena el parte de pesca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9068" y="5583936"/>
            <a:ext cx="5637276" cy="734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Especie, zona, hora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CADA ESPECIE PREFIERE SU TEMPERATURA — LOS SATÉLITES LA MIDEN GRATIS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Pista N°1: la temperatura del 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Merluza: agua fresca, 4 a 12 °C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Calamar: un poco más cálida, 8 a 16 °C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Langostino: 6 a 14 °C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Frentes (donde se junta agua fría y cálida) = zonas ricas en pesca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LA CLOROFILA MIDE LA COMIDA DEL 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Pista N°2: la clorofila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Más clorofila = más fitoplancton = más comida = más peces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Regla simple: donde hay comida, hay pesca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También la miden los satélites, gratis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Buen ojo: cruzar temperatura adecuada + mucha comida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LO QUE MUESTRA EL NOTEBOOK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La conclusión práctica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La merluza se pesca más en agua templada (9–12 °C)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Con un dato gratis, elegís mejor la zona ANTES de salir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Menos vueltas = menos gasoil = más ganancia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Eso es, en pocas palabras, la IA aplicada a la pesca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NO HACE FALTA COMPRAR NADA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¿Dónde están estos datos? (gratis)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9692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Plataforma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9068" y="1545336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Qué te 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78024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514600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Copernicus Marine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9068" y="2514600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Temperatura y clorofila por satélite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47288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483864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NOAA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9068" y="3483864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Temperatura del mar de alta calidad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16552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453128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Global Fishing Watch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9068" y="4453128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Dónde están pescando los barcos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85816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422392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INIDEP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5422392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Capturas y recursos de Argentina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14232" y="0"/>
            <a:ext cx="3474720" cy="6858000"/>
          </a:xfrm>
          <a:prstGeom prst="rect">
            <a:avLst/>
          </a:prstGeom>
          <a:solidFill>
            <a:srgbClr val="008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utn_frch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"/>
            <a:ext cx="1366857" cy="731520"/>
          </a:xfrm>
          <a:prstGeom prst="rect">
            <a:avLst/>
          </a:prstGeom>
        </p:spPr>
      </p:pic>
      <p:pic>
        <p:nvPicPr>
          <p:cNvPr id="7" name="Picture 6" descr="logo_pesquero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01168"/>
            <a:ext cx="1981200" cy="594360"/>
          </a:xfrm>
          <a:prstGeom prst="rect">
            <a:avLst/>
          </a:prstGeom>
        </p:spPr>
      </p:pic>
      <p:pic>
        <p:nvPicPr>
          <p:cNvPr id="8" name="Picture 7" descr="logo_ariel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01168"/>
            <a:ext cx="1981200" cy="594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1078992"/>
            <a:ext cx="8348472" cy="3200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8074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Los datos que ya tenés valen plata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8074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C8F0"/>
                </a:solidFill>
                <a:latin typeface="Calibri"/>
              </a:rPr>
              <a:t>si los sabés mirar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5029200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94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E1FF"/>
                </a:solidFill>
                <a:latin typeface="Consolas"/>
              </a:rPr>
              <a:t>github.com/PesquerosEnIA/curso-ia-produccion-pesquera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34840"/>
            <a:ext cx="7772400" cy="822960"/>
          </a:xfrm>
          <a:prstGeom prst="rect">
            <a:avLst/>
          </a:prstGeom>
          <a:solidFill>
            <a:srgbClr val="00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8056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Siguiente paso: Nivel Intermedio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2011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4D7FF"/>
                </a:solidFill>
                <a:latin typeface="Consolas"/>
              </a:rPr>
              <a:t>github.com/
PesquerosEnIA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82512"/>
            <a:ext cx="8074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54D"/>
                </a:solidFill>
                <a:latin typeface="Calibri"/>
              </a:rPr>
              <a:t>UTN FRCh  |  PesquerosEnIA  | 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4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4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4_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4_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