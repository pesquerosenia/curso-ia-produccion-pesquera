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880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2B133"/>
                </a:solidFill>
                <a:latin typeface="Segoe UI"/>
              </a:rPr>
              <a:t>CLASE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1">
                <a:solidFill>
                  <a:srgbClr val="FFFFFF"/>
                </a:solidFill>
                <a:latin typeface="Segoe UI"/>
              </a:rPr>
              <a:t>Machine Learning y Modelos Predictivos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24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FE6F2"/>
                </a:solidFill>
                <a:latin typeface="Segoe UI"/>
              </a:rPr>
              <a:t>Clase 6 · Nivel AVANZADO — Del modelo a la decisión responsable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800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Docentes: Damián Giacone · Ariel Giamportone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138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AFCEDE"/>
                </a:solidFill>
                <a:latin typeface="Segoe UI"/>
              </a:rPr>
              <a:t>Inteligencia Artificial Aplicada a la Producción Pesquera  |  UTN FRCh  |  PesquerosEnIA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age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use_ap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entren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use_zo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use_err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v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use_st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use_tend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cie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