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6" r:id="rId17"/>
    <p:sldId id="267" r:id="rId18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 descr="cover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C14B"/>
                </a:solidFill>
                <a:latin typeface="Segoe UI"/>
              </a:rPr>
              <a:t>CLASE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692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Machine Learning y Modelos Predictivos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DDE9F0"/>
                </a:solidFill>
                <a:latin typeface="Segoe UI"/>
              </a:rPr>
              <a:t>Clase 6 · Nivel INTERMEDIO — Predecir y evaluar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>Docentes: Damian Giacone, Ariel Giamportone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Producción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Lo que vamos a ver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Qué es el Machine Learning y cómo "aprende"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Entrenar y evaluar: por qué importa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Evaluación honesta: ROC y los dos errores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De "¿voy?" a "¿cuántos kg?" + ética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APRENDER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¿Qué es el Machine Learning?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Aprende de ejemplos, no de reglas fijas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Le mostramos mil mareas pasadas y encuentra el patrón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Como un capitán experimentado, mirando cientos de variables a la vez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Generaliza; no memoriza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LA REGLA DE 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Entrenar y evaluar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Aprende con una parte de los datos y se evalúa con otra que nunca vio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La validación cruzada estima el desempeño real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enemigo es el sobreajuste: perfecto en entrenamiento, falla con datos nuevos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MEDIR CON HONESTIDAD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Evaluar bien: ROC y errores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La matriz de confusión y la curva ROC le ponen la nota al modelo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Falso positivo: fuiste y no había. Falso negativo: te perdiste una buena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Elegir el umbral es una decisión de negocio, no solo técnica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ABUNDANCIA Y RESPONSABILIDAD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De "¿voy?" a "¿cuántos kg?" + ética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Clasificación (sí/no) vs. regresión (cantidad · abundancia)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modelo revela qué variables mandan: SST y clorofila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Aprende del pasado y sus sesgos → validar con datos independientes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Nunca para pescar fuera de cuota o en veda. La IA asiste; no reemplaza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Segoe UI"/>
              </a:rPr>
              <a:t>La IA asiste al capitán; no lo reemplaza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DDE9F0"/>
                </a:solidFill>
                <a:latin typeface="Segoe UI"/>
              </a:rPr>
              <a:t>La sostenibilidad no es un límite: es la brújula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6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6_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6_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