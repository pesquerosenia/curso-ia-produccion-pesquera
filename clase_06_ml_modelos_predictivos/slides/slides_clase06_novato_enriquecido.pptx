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2880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2B133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1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F2"/>
                </a:solidFill>
                <a:latin typeface="Segoe UI"/>
              </a:rPr>
              <a:t>Clase 6 · Nivel NOVATO — Cómo aprende una máquina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00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Segoe UI"/>
              </a:rPr>
              <a:t>Docentes: Damián Giacone ·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AFCEDE"/>
                </a:solidFill>
                <a:latin typeface="Segoe UI"/>
              </a:rPr>
              <a:t>Inteligencia Artificial Aplicada a la Producción Pesquera  |  UTN FRCh  |  PesquerosEnIA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ap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entre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zo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err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v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st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ie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