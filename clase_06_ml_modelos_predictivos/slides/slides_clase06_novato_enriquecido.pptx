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Machine Learning y Modelos Predictivos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6 · Nivel NOVATO — Cómo aprende una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Qué es el Machine Learning y cómo "aprende"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Entrenar y evaluar: por qué importa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Evaluación honesta: ROC y los dos errores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De "¿voy?" a "¿cuántos kg?" + ética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APRENDER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¿Qué es el Machine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 ejemplos, no de reglas fijas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Le mostramos mil mareas pasadas y encuentra el patrón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Como un capitán experimentado, mirando cientos de variables a la vez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Generaliza; no memoriza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REGLA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Entrenar y evaluar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con una parte de los datos y se evalúa con otra que nunca vio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validación cruzada estima el desempeño real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enemigo es el sobreajuste: perfecto en entrenamiento, falla con datos nuevos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MEDIR CON 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Evaluar bien: ROC y errores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matriz de confusión y la curva ROC le ponen la nota al modelo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Falso positivo: fuiste y no había. Falso negativo: te perdiste una buena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Elegir el umbral es una decisión de negocio, no solo 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ABUNDANCIA Y RESPONSABILIDAD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 "¿voy?" a "¿cuántos kg?" +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Clasificación (sí/no) vs. regresión (cantidad · abundancia)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modelo revela qué variables mandan: SST y clorofila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del pasado y sus sesgos → validar con datos independientes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Nunca para pescar fuera de cuota o en veda. La IA asiste; no reemplaza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La IA asiste al capitán; no lo reemplaza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La sostenibilidad no es un límite: es la brújula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