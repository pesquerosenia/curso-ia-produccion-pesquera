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2880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2B133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3159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F2"/>
                </a:solidFill>
                <a:latin typeface="Segoe UI"/>
              </a:rPr>
              <a:t>Clase 8 · Nivel AVANZADO — Agentes autónomos para la flota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646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Docentes: Damián Giacone ·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9379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AFCEDE"/>
                </a:solidFill>
                <a:latin typeface="Segoe UI"/>
              </a:rPr>
              <a:t>Inteligencia Artificial Aplicada a la Producción Pesquera  |  UTN FRCh  |  PesquerosEnIA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combust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gaso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velo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mo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ie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