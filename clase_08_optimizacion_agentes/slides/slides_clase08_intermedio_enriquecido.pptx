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C14B"/>
                </a:solidFill>
                <a:latin typeface="Segoe UI"/>
              </a:rPr>
              <a:t>CLASE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692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Optimización de Operaciones y Agentes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DDE9F0"/>
                </a:solidFill>
                <a:latin typeface="Segoe UI"/>
              </a:rPr>
              <a:t>Clase 8 · Nivel INTERMEDIO — Velocidad, costos y mantenimiento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Docentes: Damian Giacone,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Producción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Lo que vamos a ver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combustible: la mayor palanca de ahorro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velocidad óptima (ley cúbica)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Clustering y mantenimiento predictivo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Un agente de IA que vigila la flota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EL GRAN COSTO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El combustible: la mayor palanca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gasoil es el 25–40 % del costo de una marea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Un modelo predice el consumo: ruta, velocidad, clima y estado del barco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Permite presupuestar y comparar barcos de la flota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LA LEY CÚBICA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La velocidad óptima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consumo sube con el cubo de la velocidad: el doble de rápido gasta ~8 veces más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Ir muy lento suma días de tripulación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Existe una velocidad de mínimo costo total: ni la máxima ni la mínima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ANTICIPAR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Clustering y mantenimiento predictivo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K-Means agrupa zonas por eficiencia para planificar la campaña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telemetría del motor (temperatura, presión, vibración) anticipa fallas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Se pasa de arreglar cuando se rompe a intervenir antes, en puerto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PERCIBIR · RAZONAR · ACTUAR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Un agente de IA que vigila la flota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Percibe el estado de cada barco, razona con los modelos y decide una acción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Seguir, bajar velocidad o volver a puerto — de forma autónoma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Prioriza la seguridad del motor sobre el ahorro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Es un agente de reglas + ML, no un chat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De la teoría a la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DE9F0"/>
                </a:solidFill>
                <a:latin typeface="Segoe UI"/>
              </a:rPr>
              <a:t>Optimizar sin sobreexplotar; la tecnología atiende lo urgente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8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8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