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159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8 · Nivel INTERMEDIO — Velocidad, costos y mantenimiento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646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Damián Giacone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937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ombust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gas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velo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