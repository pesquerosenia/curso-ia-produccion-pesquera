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8" name="Picture 7" descr="cover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4041648"/>
            <a:ext cx="8229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7C14B"/>
                </a:solidFill>
                <a:latin typeface="Segoe UI"/>
              </a:rPr>
              <a:t>CLASE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89120"/>
            <a:ext cx="96926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Optimización de Operaciones y Agentes de 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623560"/>
            <a:ext cx="9692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DDE9F0"/>
                </a:solidFill>
                <a:latin typeface="Segoe UI"/>
              </a:rPr>
              <a:t>Clase 8 · Nivel NOVATO — Ahorrar con datos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108192"/>
            <a:ext cx="9692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Segoe UI"/>
              </a:rPr>
              <a:t>Docentes: Damian Giacone, Ariel Giamportone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55664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DE9F0"/>
                </a:solidFill>
                <a:latin typeface="Segoe UI"/>
              </a:rPr>
              <a:t>Inteligencia Artificial Aplicada a la Producción Pesquera  |  UTN FRCh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47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7C14B"/>
                </a:solidFill>
                <a:latin typeface="Segoe UI"/>
              </a:rPr>
              <a:t>AGENDA DE LA CLASE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84048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Lo que vamos a ver hoy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El combustible: la mayor palanca de ahorro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La velocidad óptima (ley cúbica)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Clustering y mantenimiento predictivo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Un agente de IA que vigila la flota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430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IA Aplicada a la Producción Pesquera   |   UTN FRCh   |   PesquerosEnIA   |   2026</a:t>
            </a:r>
          </a:p>
        </p:txBody>
      </p:sp>
      <p:pic>
        <p:nvPicPr>
          <p:cNvPr id="10" name="Picture 9" descr="fish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47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7C14B"/>
                </a:solidFill>
                <a:latin typeface="Segoe UI"/>
              </a:rPr>
              <a:t>EL GRAN COSTO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84048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El combustible: la mayor palanca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El gasoil es el 25–40 % del costo de una marea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Un modelo predice el consumo: ruta, velocidad, clima y estado del barco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Permite presupuestar y comparar barcos de la flota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430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IA Aplicada a la Producción Pesquera   |   UTN FRCh   |   PesquerosEnIA   |   2026</a:t>
            </a:r>
          </a:p>
        </p:txBody>
      </p:sp>
      <p:pic>
        <p:nvPicPr>
          <p:cNvPr id="10" name="Picture 9" descr="fish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47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7C14B"/>
                </a:solidFill>
                <a:latin typeface="Segoe UI"/>
              </a:rPr>
              <a:t>LA LEY CÚBICA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84048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La velocidad óptima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El consumo sube con el cubo de la velocidad: el doble de rápido gasta ~8 veces más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Ir muy lento suma días de tripulación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Existe una velocidad de mínimo costo total: ni la máxima ni la mínima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430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IA Aplicada a la Producción Pesquera   |   UTN FRCh   |   PesquerosEnIA   |   2026</a:t>
            </a:r>
          </a:p>
        </p:txBody>
      </p:sp>
      <p:pic>
        <p:nvPicPr>
          <p:cNvPr id="10" name="Picture 9" descr="fish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47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7C14B"/>
                </a:solidFill>
                <a:latin typeface="Segoe UI"/>
              </a:rPr>
              <a:t>ANTICIPAR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84048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Clustering y mantenimiento predictivo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K-Means agrupa zonas por eficiencia para planificar la campaña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La telemetría del motor (temperatura, presión, vibración) anticipa fallas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Se pasa de arreglar cuando se rompe a intervenir antes, en puerto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430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IA Aplicada a la Producción Pesquera   |   UTN FRCh   |   PesquerosEnIA   |   2026</a:t>
            </a:r>
          </a:p>
        </p:txBody>
      </p:sp>
      <p:pic>
        <p:nvPicPr>
          <p:cNvPr id="10" name="Picture 9" descr="fish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47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7C14B"/>
                </a:solidFill>
                <a:latin typeface="Segoe UI"/>
              </a:rPr>
              <a:t>PERCIBIR · RAZONAR · ACTUAR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84048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Un agente de IA que vigila la flota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Percibe el estado de cada barco, razona con los modelos y decide una acción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Seguir, bajar velocidad o volver a puerto — de forma autónoma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Prioriza la seguridad del motor sobre el ahorro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Es un agente de reglas + ML, no un chat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430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IA Aplicada a la Producción Pesquera   |   UTN FRCh   |   PesquerosEnIA   |   2026</a:t>
            </a:r>
          </a:p>
        </p:txBody>
      </p:sp>
      <p:pic>
        <p:nvPicPr>
          <p:cNvPr id="10" name="Picture 9" descr="fish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3327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Segoe UI"/>
              </a:rPr>
              <a:t>De la teoría a la operación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418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DDE9F0"/>
                </a:solidFill>
                <a:latin typeface="Segoe UI"/>
              </a:rPr>
              <a:t>Optimizar sin sobreexplotar; la tecnología atiende lo urgente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