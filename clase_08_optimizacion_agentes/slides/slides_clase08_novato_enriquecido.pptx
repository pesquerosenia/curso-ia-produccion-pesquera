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28803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2B133"/>
                </a:solidFill>
                <a:latin typeface="Segoe UI"/>
              </a:rPr>
              <a:t>CLASE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Segoe UI"/>
              </a:rPr>
              <a:t>Optimización de Operaciones y Agentes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15968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FE6F2"/>
                </a:solidFill>
                <a:latin typeface="Segoe UI"/>
              </a:rPr>
              <a:t>Clase 8 · Nivel NOVATO — Ahorrar con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486460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Segoe UI"/>
              </a:rPr>
              <a:t>Docentes: Damián Giacone · Ariel Giamportone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193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FCEDE"/>
                </a:solidFill>
                <a:latin typeface="Segoe UI"/>
              </a:rPr>
              <a:t>Inteligencia Artificial Aplicada a la Producción Pesquera  |  UTN FRCh  |  PesquerosEnIA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combusti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gaso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velocid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clust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mo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use_agen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g_cie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