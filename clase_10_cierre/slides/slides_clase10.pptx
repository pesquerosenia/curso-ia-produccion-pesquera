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A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De los datos a las decisiones en el sector pesquero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10 — Cierre, Conclusiones y Hoja de Ruta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Soraya Corvalán · Ariel Giamportone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CAMINO RECORRIDO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 horas — un recorrido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C1: Estrategia → C2-3: LLMs → C4-5: Datos → C6: ML → C7: Visión → C8: Optimiz. → C9: Dashboards → C10: Cierre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+ 2 Charlas Dr. González: Acústica pesquera | Clustering avanzado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que construimos juntos: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Un mapa de la transformación digital del sector pesquero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Competencias concretas en IA aplicada a la industria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Una red de profesionales del sector con interés en 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¿Qué fue lo que más les impactó del curso?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 CADENA DE VALOR DEL DATO PESQUERO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GPS a la decisión estratégica — el poder de los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Sensor/GPS/Satélite → Python/Pandas → Modelo ML → Dashboard → Decisión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(datos crudos)         (limpieza)      (predicción)  (visualiz.)  (capitán/gerente)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 concreto integrador: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Entrada: posición GPS + SST de Copernicus + historial de capturas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Proceso: modelo Random Forest (construido en Clase 6)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Salida: 'Zona B frente a Camarones — 78% de prob. de captura exitosa mañana'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es el hilo conductor de todo el curso.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¿QUÉ CAMBIA CON LA 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Antes y después — el impacto concreto de la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Sin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 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Elegir zona de pesca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Experiencia + radio + intuición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 predictivo con datos ambientales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Redactar parte de pesca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Manual, 30-45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Asistente IA, 5 minutos (revisión humana)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Clasificar peces en planta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Operarios manuales, 100/min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Visión artificial, 300/min consistente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Anomalía en 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Avería → parada no planificada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Alerta predictiva 2-3 semanas 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Reportar a la autoridad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Formularios manuales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Automatización con VMS/IA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LO QUE SE PUEDE IMPLEMENTAR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Fruta baja: alta prioridad, bajo costo de implementación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500116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Bajo costo / Alto impacto — IMPLEMENTAR AHORA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Predicción zonas pesca ★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Dashboards de gestión ★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LLMs para reportes ★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Alertas de mantenimiento 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1596" y="1417320"/>
            <a:ext cx="36576" cy="4937760"/>
          </a:xfrm>
          <a:prstGeom prst="rect">
            <a:avLst/>
          </a:prstGeom>
          <a:solidFill>
            <a:srgbClr val="B4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48756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48756" y="1417320"/>
            <a:ext cx="5500116" cy="411480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0196" y="1444752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Alto costo / Alto impacto — MEDIANO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0196" y="192024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Visión artificial en planta ●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Trazabilidad blockchain ●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Big Data en nube 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PROYECTOS INTEGRADORES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Sus proyectos — la IA en su propio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Espacio para presentaciones del grupo (30-40 minutos)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Estructura de cada presentación (5-7 minutos):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1. El problema identificado en su sector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2. Los datos disponibles (o a conseguir)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3. La solución IA propuesta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4. El impacto esperado (cuantificado)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5. Las barreras a superar y cómo enfrentarlas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HOJA DE RUTA: PERFIL TÉCNICO-OPERATIVO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Si sos capitán, técnico o supervisor de planta...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Próximos 30 días: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Registrate en Claude/ChatGPT → probalo con tareas de tu trabajo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Abrí el GitHub de PesquerosEnIA → explorá los notebooks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Identificá UN dataset que tenés y que podría analizarse mejor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911596" y="1417320"/>
            <a:ext cx="36576" cy="4937760"/>
          </a:xfrm>
          <a:prstGeom prst="rect">
            <a:avLst/>
          </a:prstGeom>
          <a:solidFill>
            <a:srgbClr val="B4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48756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0196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3-6 meses: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Completá el curso Python básico de Kaggle Learn (gratis)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Construí tu primer análisis de datos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Armá un dashboard simple en Power BI con datos de producción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Largo plazo: proponé un proyecto piloto de IA en tu organización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HOJA DE RUTA: PERFIL CIENTÍFICO-ACADÉMICO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Si sos investigador, docente o profesional técnico...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Próximos 30 días: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Explorá datasets de Copernicus Marine Service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Reproducí el notebook de Clase 6 con datos reales de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Publicá un análisis propio en GitHub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5911596" y="1417320"/>
            <a:ext cx="36576" cy="4937760"/>
          </a:xfrm>
          <a:prstGeom prst="rect">
            <a:avLst/>
          </a:prstGeom>
          <a:solidFill>
            <a:srgbClr val="B4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48756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0196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3-6 meses: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Aplicá ML a tu investigación: predicción, clasificación o clustering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Contribuí al repo de PesquerosEnIA con tu especialidad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Considerá integrar IA en las materias que dictás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Largo plazo: artículo académico + co-autoría en PesquerosEnIA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HOJA DE RUTA: PERFIL GESTOR/REGULADOR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Si sos tomador de decisiones en empresa u organismo...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Próximos 30 días: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Identificá el dato más crítico que hoy no explotás bien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Explorá globalfishingwatch.org/map — tu zona de interés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Compartí los materiales del curso con tu equipo</a:t>
            </a:r>
          </a:p>
        </p:txBody>
      </p:sp>
      <p:sp>
        <p:nvSpPr>
          <p:cNvPr id="9" name="Rectangle 8"/>
          <p:cNvSpPr/>
          <p:nvPr/>
        </p:nvSpPr>
        <p:spPr>
          <a:xfrm>
            <a:off x="5911596" y="1417320"/>
            <a:ext cx="36576" cy="4937760"/>
          </a:xfrm>
          <a:prstGeom prst="rect">
            <a:avLst/>
          </a:prstGeom>
          <a:solidFill>
            <a:srgbClr val="B4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48756" y="1417320"/>
            <a:ext cx="5500116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0196" y="1508760"/>
            <a:ext cx="5408676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3-6 meses: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Levantá un proyecto piloto pequeño (dashboard, modelo básico)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Evaluá soluciones de trazabilidad digital para exportación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Formá un equipo interno con las competencias del 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>
                <a:solidFill>
                  <a:srgbClr val="1E1E32"/>
                </a:solidFill>
                <a:latin typeface="Calibri"/>
              </a:rPr>
              <a:t>• Largo plazo: estrategia de datos para tu organización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PESQUEROSENIA: LO QUE CONSTRUIMOS JUNTOS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Una comunidad que crece con cada uno de ustedes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que existe hoy: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3+ cursos impartidos: CONIPE 2019, CONIPE 2025, este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Repositorios con notebooks de ML/DL pesquero en acceso abierto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Red de profesionales del sector con competencias en 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que queremos construir: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Base de datos curada de datasets pesqueros argentinos abiertos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Más notebooks y guías en español contextualizados al sector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Casos de uso documentados de implementación de IA en empresas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Cómo sumarse: Star en GitHub · Fork + Pull Request · Compartir con colegas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github.com/PesquerosEnIA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E5A96"/>
                </a:solidFill>
                <a:latin typeface="Georgia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0879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FFFFF"/>
                </a:solidFill>
                <a:latin typeface="Georgia"/>
              </a:rPr>
              <a:t>La IA no nos dice qué queremos lograr — eso lo decidimos nosotros como sociedad pesquera.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9CC"/>
                </a:solidFill>
                <a:latin typeface="Calibri"/>
              </a:rPr>
              <a:t>— Reflexión de cierre del curso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RECURSOS PARA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ecosistema de aprendizaje que tienen disponible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692331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Recurso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Para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URL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01091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PesquerosEnIA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Materiales del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237667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github.com/PesquerosEnIA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93422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Global Fishing 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y herramientas 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2929998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globalfishingwatch.org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5754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Copernicus Marine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oceanográficos SST, clorofila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622330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marine.copernicus.eu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78085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Kaggle 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Cursos gratuitos ML y Python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314661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kaggle.com/learn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70417"/>
            <a:ext cx="11457432" cy="69233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INIDEP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del Atlántico Sur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006993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inidep.edu.ar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62748"/>
            <a:ext cx="11457432" cy="6923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Google Colab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496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Notebooks sin instalación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8640" y="5699324"/>
            <a:ext cx="3727704" cy="619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colab.research.google.com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EQUIPO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cada docente pone en este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Ariel Giamportone: 10 años de modelado predictivo aplicado al sector pesquero y acuícola.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  Fundador de PesquerosEnIA. De la Patagonia a Intervalor Data, Madrid.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Soraya Corvalán: gestión de recursos pesqueros en Argentina, INIDEP, FAO, Pampa Azul.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  Primera graduada Ing. Pesquera Argentina. Profesora Asociada Concursada UTN FRCh.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Damian Giacone: 20 años de tecnología aplicada al sector productivo.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  Raíces en la industria pesquera patagónica (Alpesca S.A.), Máster IEBS, UGR.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Dr. Juan D. González: matemática de frontera para problemas pesqueros reales.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  SENASA IA, CONICET/DIIV-ARA, paquetes RMBC + ktaucenters en CRAN.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CERTIFICACIÓN DEL 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 certificado UTN FRCh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Requisitos para certificación: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Asistencia: ≥75% de las clases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50" b="0">
                <a:solidFill>
                  <a:srgbClr val="1E1E32"/>
                </a:solidFill>
                <a:latin typeface="Calibri"/>
              </a:rPr>
              <a:t>     · Proyecto integrador: presentado en esta clase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Emite: Universidad Tecnológica Nacional, Facultad Regional Chubut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Avala: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Tipo: Certificado de Extensión Universitaria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Proceso administrativo: se informará por correo electrónico.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E5A96"/>
                </a:solidFill>
                <a:latin typeface="Georgia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0879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FFFFF"/>
                </a:solidFill>
                <a:latin typeface="Georgia"/>
              </a:rPr>
              <a:t>La IA no va a reemplazar a los ingenieros pesqueros, biólogos, capitanes ni operadores de planta. Va a reemplazar a los que no saben trabajar con 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¡Gracias por ser parte de PesquerosEnIA!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El aprendizaje no termina aquí — comienza la aplicación.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Todos los materiales disponibles bajo licencia GPL-3.0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