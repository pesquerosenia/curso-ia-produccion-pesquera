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4800" cy="6858000"/>
          </a:xfrm>
          <a:prstGeom prst="rect">
            <a:avLst/>
          </a:prstGeom>
          <a:solidFill>
            <a:srgbClr val="78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874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9" name="Picture 8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228600"/>
            <a:ext cx="1981200" cy="594360"/>
          </a:xfrm>
          <a:prstGeom prst="rect">
            <a:avLst/>
          </a:prstGeom>
        </p:spPr>
      </p:pic>
      <p:pic>
        <p:nvPicPr>
          <p:cNvPr id="10" name="Picture 9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228600"/>
            <a:ext cx="1981200" cy="594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65760" y="1078992"/>
            <a:ext cx="1145743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23444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9CC"/>
                </a:solidFill>
                <a:latin typeface="Calibri"/>
              </a:rPr>
              <a:t>CLASE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00200"/>
            <a:ext cx="74340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Cierre — del notebook a producción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794760"/>
            <a:ext cx="74340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Calibri"/>
              </a:rPr>
              <a:t>Clase 10 · Nivel AVANZADO — Despliegue, monitoreo, mejora continua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2" y="22860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B4D2F0"/>
                </a:solidFill>
                <a:latin typeface="Calibri"/>
              </a:rPr>
              <a:t>IA · Pesca ·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31089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6BEE6"/>
                </a:solidFill>
                <a:latin typeface="Calibri"/>
              </a:rPr>
              <a:t>UTN FRCh + 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Docentes: ['Soraya Corvalán', 'Ariel Giamportone']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309360"/>
            <a:ext cx="11365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EDCFA"/>
                </a:solidFill>
                <a:latin typeface="Calibr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9CC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90% que falta (producción)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MLOps mínimo viable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Integración de todo el curso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Ética y sesgos en profundidad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Hoja de ruta técnica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DEL NOTEBOOK A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90% que falta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Etapa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Riesgo si se omite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Validación temporal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Métricas infladas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Despliegue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El modelo vive en la laptop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Monitoreo (drift)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Degradación silenciosa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Reentrenamiento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Modelo obsoleto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SIN PLATAFORMA CARA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MLOps mínimo viable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Reproducibilidad: entorno fijado, semillas, datos versionados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Validación honesta: TimeSeriesSplit, calibración, backtesting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Servicio: endpoint (FastAPI) o batch diario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Monitoreo de drift + gatillo de reentrenamiento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LAS PIEZAS ENCAJAN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Integración del curso como sistema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C4 features → C6 predicción zona/abundancia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C8 optimización + agente autónomo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C9 dashboards para gerencia y regulador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C10 gobierno, ética y mejora continua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EFICIENCIA DENTRO DEL MARCO SOSTENIBLE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Ética y sesgos (profundo)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Sesgo de esfuerzo: partes ≠ dónde hay recurso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Restricciones duras: cuotas/vedas como constraints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Externalidades: medir impacto sobre el stock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Explicabilidad para adopción y regulación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78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El modelo en la laptop es el 10% del trabajo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99CC"/>
                </a:solidFill>
                <a:latin typeface="Calibri"/>
              </a:rPr>
              <a:t>producción, monitoreo y mejora continua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C8F0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