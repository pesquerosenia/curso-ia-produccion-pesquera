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Cierre, Conclusiones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AVANZADO — Despliegue, monitoreo, mejora continua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90% que falta (producción)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MLOps mínimo viable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Integración de todo el curso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Ética y sesgos en profundidad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Hoja de ruta técnica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DEL NOTEBOOK A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90% que falta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Etapa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Riesgo si se omite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Validación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Métricas infladas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El modelo vive en la laptop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Monitoreo (drift)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Degradación silenciosa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Reentrenamiento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Modelo obsoleto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SIN PLATAFORMA CARA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MLOps mínimo viable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Reproducibilidad: entorno fijado, semillas, datos versionados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Validación honesta: TimeSeriesSplit, calibración, backtesting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Servicio: endpoint (FastAPI) o batch diario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Monitoreo de drift + gatillo de reentrenamiento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LAS PIEZAS ENCAJAN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Integración del curso como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C4 features → C6 predicción zona/abundancia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C8 optimización + agente autónomo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C9 dashboards para gerencia y regulador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C10 gobierno, ética y mejora continua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EFICIENCIA DENTRO DEL MARCO SOSTENIBLE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Ética y sesgos (profundo)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Sesgo de esfuerzo: partes ≠ dónde hay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Restricciones duras: cuotas/vedas como constraints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Externalidades: medir impacto sobre el stock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Explicabilidad para adopción y regulación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modelo en la laptop es el 10% del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producción, monitoreo y mejora continua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