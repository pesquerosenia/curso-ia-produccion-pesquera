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6" r:id="rId17"/>
    <p:sldId id="267" r:id="rId18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cover_b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7C14B"/>
                </a:solidFill>
                <a:latin typeface="Segoe UI"/>
              </a:rPr>
              <a:t>CLASE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Cierre, Conclusiones y Hoja de Ruta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DDE9F0"/>
                </a:solidFill>
                <a:latin typeface="Segoe UI"/>
              </a:rPr>
              <a:t>Clase 10 · Nivel AVANZADO — Despliegue, monitoreo, mejora continua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FFFFF"/>
                </a:solidFill>
                <a:latin typeface="Segoe UI"/>
              </a:rPr>
              <a:t>Docentes: Soraya Corvalán, Ariel Giamportone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Produccion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C14B"/>
                </a:solidFill>
                <a:latin typeface="Calibr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vamos a ver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El 90% que falta (producción)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554480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MLOps mínimo viable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Integración de todo el curso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2212848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Ética y sesgos en profundidad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Hoja de ruta técnica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DEL NOTEBOOK A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90% que falta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969264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Etapa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9068" y="1545336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Riesgo si se omite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78024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514600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Validación temporal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2514600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Métricas infladas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47288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483864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Despliegue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9068" y="3483864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El modelo vive en la laptop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16552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453128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Monitoreo (drift)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068" y="4453128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Degradación silenciosa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85816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422392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Reentrenamiento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5422392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Modelo obsoleto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SIN PLATAFORMA CARA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MLOps mínimo viable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Reproducibilidad: entorno fijado, semillas, datos versionados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Validación honesta: TimeSeriesSplit, calibración, backtesting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Servicio: endpoint (FastAPI) o batch diario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Monitoreo de drift + gatillo de reentrenamiento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LAS PIEZAS ENCAJAN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Integración del curso como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C4 features → C6 predicción zona/abundancia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C8 optimización + agente autónomo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C9 dashboards para gerencia y regulador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C10 gobierno, ética y mejora continua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EFICIENCIA DENTRO DEL MARCO SOSTENIBLE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Ética y sesgos (profundo)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Sesgo de esfuerzo: partes ≠ dónde hay recurso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Restricciones duras: cuotas/vedas como constraints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Externalidades: medir impacto sobre el stock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Explicabilidad para adopción y regulación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78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"/>
            <a:ext cx="1366857" cy="731520"/>
          </a:xfrm>
          <a:prstGeom prst="rect">
            <a:avLst/>
          </a:prstGeom>
        </p:spPr>
      </p:pic>
      <p:pic>
        <p:nvPicPr>
          <p:cNvPr id="7" name="Picture 6" descr="logo_pesquero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01168"/>
            <a:ext cx="1981200" cy="594360"/>
          </a:xfrm>
          <a:prstGeom prst="rect">
            <a:avLst/>
          </a:prstGeom>
        </p:spPr>
      </p:pic>
      <p:pic>
        <p:nvPicPr>
          <p:cNvPr id="8" name="Picture 7" descr="logo_ariel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1168"/>
            <a:ext cx="1981200" cy="594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078992"/>
            <a:ext cx="8348472" cy="3200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8074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El modelo en la laptop es el 10% del trabajo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C8F0"/>
                </a:solidFill>
                <a:latin typeface="Calibri"/>
              </a:rPr>
              <a:t>producción, monitoreo y mejora continua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029200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E1FF"/>
                </a:solidFill>
                <a:latin typeface="Consolas"/>
              </a:rPr>
              <a:t>github.com/PesquerosEnIA/curso-ia-produccion-pesquera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8552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D7FF"/>
                </a:solidFill>
                <a:latin typeface="Consolas"/>
              </a:rPr>
              <a:t>github.com/
PesquerosEnIA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8074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54D"/>
                </a:solidFill>
                <a:latin typeface="Calibri"/>
              </a:rPr>
              <a:t>UTN FRCh  |  PesquerosEnIA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0_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0_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