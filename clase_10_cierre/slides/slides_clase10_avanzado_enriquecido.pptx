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2880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2B133"/>
                </a:solidFill>
                <a:latin typeface="Segoe UI"/>
              </a:rPr>
              <a:t>CLASE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100" b="1">
                <a:solidFill>
                  <a:srgbClr val="FFFFFF"/>
                </a:solidFill>
                <a:latin typeface="Segoe UI"/>
              </a:rPr>
              <a:t>Cierre, Conclusiones y Hoja de Ruta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24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FE6F2"/>
                </a:solidFill>
                <a:latin typeface="Segoe UI"/>
              </a:rPr>
              <a:t>Clase 10 · Nivel AVANZADO — Despliegue, monitoreo, mejora continua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800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Segoe UI"/>
              </a:rPr>
              <a:t>Docentes: Soraya Corvalán · Ariel Giamportone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138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AFCEDE"/>
                </a:solidFill>
                <a:latin typeface="Segoe UI"/>
              </a:rPr>
              <a:t>Inteligencia Artificial Aplicada a la Producción Pesquera  |  UTN FRCh  |  PesquerosEnIA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age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cad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fru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perf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e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pobl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acuicul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cier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