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Cierre, Conclusiones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INTERMEDIO — Síntesis y hoja de ruta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Síntesis: de los datos a las decisiones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Matriz de viabilidad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por perfil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Proyecto integrador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IA ética y sostenible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CADA CLASE CONSTRUYÓ SOBRE LA ANTERIOR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hilo conductor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Comprensión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datos · C6 predicción · C8 optimización · C9 dashboards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 coordenada GPS a decisión de política/negocio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poder de la cadena datos → IA → decisiones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QUÉ IMPLEMENTAR Y CUÁNDO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Matriz de viabilidad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Recomendación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Predicción de zonas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Implementar ahora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Asistentes LLM /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Implementar ahora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Optimización de rutas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6–12 meses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Visión en planta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Proyecto piloto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SEGÚN TU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Hoja de ruta por perfil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Técnico-operativo: LLMs, Power BI, Python básico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Científico-académico: Python científico, ML, datos abiertos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Gestor/regulador: dashboards, IA para decisores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Recursos gratuitos: PesquerosEnIA, Colab, Kaggle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PRINCIPIO FUNDAMENTAL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IA ética y sostenible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Operar DENTRO de cuotas, vedas y tallas mínimas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Cuidado con sesgos de los datos históricos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Privacidad de datos AIS/VMS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amplifica, no reemplaza, el capital humano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Dónde seguir, cómo aplicarlo, cómo contribuir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PesquerosEnIA te espera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