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3" r:id="rId14"/>
    <p:sldId id="264" r:id="rId15"/>
    <p:sldId id="265" r:id="rId16"/>
    <p:sldId id="266" r:id="rId17"/>
    <p:sldId id="267" r:id="rId18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 descr="cover_b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0416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7C14B"/>
                </a:solidFill>
                <a:latin typeface="Segoe UI"/>
              </a:rPr>
              <a:t>CLASE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Cierre, Conclusiones y Hoja de Ruta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2356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DDE9F0"/>
                </a:solidFill>
                <a:latin typeface="Segoe UI"/>
              </a:rPr>
              <a:t>Clase 10 · Nivel INTERMEDIO — Síntesis y hoja de ruta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0819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FFFFF"/>
                </a:solidFill>
                <a:latin typeface="Segoe UI"/>
              </a:rPr>
              <a:t>Docentes: Soraya Corvalán, Ariel Giamportone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DE9F0"/>
                </a:solidFill>
                <a:latin typeface="Segoe UI"/>
              </a:rPr>
              <a:t>Inteligencia Artificial Aplicada a la Produccion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C14B"/>
                </a:solidFill>
                <a:latin typeface="Calibr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 que vamos a ver hoy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Síntesis: de los datos a las decisiones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916" y="1554480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5916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8836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Matriz de viabilidad de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Hoja de ruta por perfil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5916" y="2212848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8836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La comunidad PesquerosEnIA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71216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Proyecto integrador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5916" y="2871216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5916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8836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IA ética y sostenible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CADA CLASE CONSTRUYÓ SOBRE LA ANTERIOR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El hilo conductor del curso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Datos → Comprensión → Modelos → Decisiones → Impacto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C4 datos · C6 predicción · C8 optimización · C9 dashboards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De coordenada GPS a decisión de política/negocio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El poder de la cadena datos → IA → decisiones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QUÉ IMPLEMENTAR Y CUÁNDO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Matriz de viabilidad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969264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Aplicación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9068" y="1545336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Recomendación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78024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514600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Predicción de zonas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9068" y="2514600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Implementar ahora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47288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483864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Asistentes LLM / dashboards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9068" y="3483864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Implementar ahora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16552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453128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Optimización de rutas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9068" y="4453128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6–12 meses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85816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422392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Visión en planta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068" y="5422392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Proyecto piloto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SEGÚN TU 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Hoja de ruta por perfil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Técnico-operativo: LLMs, Power BI, Python básico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Científico-académico: Python científico, ML, datos abiertos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Gestor/regulador: dashboards, IA para decisores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Recursos gratuitos: PesquerosEnIA, Colab, Kaggle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PRINCIPIO FUNDAMENTAL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IA ética y sostenible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Operar DENTRO de cuotas, vedas y tallas mínimas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Cuidado con sesgos de los datos históricos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Privacidad de datos AIS/VMS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La IA amplifica, no reemplaza, el capital humano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14232" y="0"/>
            <a:ext cx="3474720" cy="6858000"/>
          </a:xfrm>
          <a:prstGeom prst="rect">
            <a:avLst/>
          </a:prstGeom>
          <a:solidFill>
            <a:srgbClr val="00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utn_frch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"/>
            <a:ext cx="1366857" cy="731520"/>
          </a:xfrm>
          <a:prstGeom prst="rect">
            <a:avLst/>
          </a:prstGeom>
        </p:spPr>
      </p:pic>
      <p:pic>
        <p:nvPicPr>
          <p:cNvPr id="7" name="Picture 6" descr="logo_pesqueros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01168"/>
            <a:ext cx="1981200" cy="594360"/>
          </a:xfrm>
          <a:prstGeom prst="rect">
            <a:avLst/>
          </a:prstGeom>
        </p:spPr>
      </p:pic>
      <p:pic>
        <p:nvPicPr>
          <p:cNvPr id="8" name="Picture 7" descr="logo_ariel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01168"/>
            <a:ext cx="1981200" cy="594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1078992"/>
            <a:ext cx="8348472" cy="3200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8074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Dónde seguir, cómo aplicarlo, cómo contribuir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8074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C8F0"/>
                </a:solidFill>
                <a:latin typeface="Calibri"/>
              </a:rPr>
              <a:t>PesquerosEnIA te espera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5029200" cy="320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947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E1FF"/>
                </a:solidFill>
                <a:latin typeface="Consolas"/>
              </a:rPr>
              <a:t>github.com/PesquerosEnIA/curso-ia-produccion-pesquera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8552" y="2011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4D7FF"/>
                </a:solidFill>
                <a:latin typeface="Consolas"/>
              </a:rPr>
              <a:t>github.com/
PesquerosEnIA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8074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54D"/>
                </a:solidFill>
                <a:latin typeface="Calibri"/>
              </a:rPr>
              <a:t>UTN FRCh  |  PesquerosEnIA  |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0_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0_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