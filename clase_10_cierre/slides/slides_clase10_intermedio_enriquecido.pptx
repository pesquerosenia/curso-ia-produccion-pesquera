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10 · Nivel INTERMEDIO — Síntesis y hoja de ruta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Soraya Corvalán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ad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fru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er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e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ob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cui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