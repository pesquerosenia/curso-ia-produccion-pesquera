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Segoe UI"/>
              </a:rPr>
              <a:t>Cierre y Hoja de Ruta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10 · Nivel NOVATO — Qué vimos y cómo seguir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Soraya Corvalán, Ariel Giamportone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viaje en una frase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Lo que ya podés usar el lunes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hoja de ruta (sin apuro)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Tu proyecto integrador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Usar la IA con cabeza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comunidad PesquerosEnIA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DE LOS DATOS A LAS DECISIONES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El viaje en una frase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→ Entenderlos → Modelos → Decisiones → Impacto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mar y los barcos generan datos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Aprendimos a usarlos para decidir mejor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Empezamos sin programar y ya corrimos análisis reales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SIN SER PROGRAMADOR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ya podés usar el lunes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Asistentes de IA (ChatGPT/Claude) para reportes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Dashboards (Power BI/Excel) para tus datos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Global Fishing Watch para ver la flota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Empezá por lo simple y de alto impacto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A TU RITMO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Tu hoja de ruta (sin apuro)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Este mes: probar un asistente + ver datos en un tablero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3–6 meses: abrir un notebook en Colab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Pasar al Nivel Intermedio de las clases útiles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Sumarte a la comunidad y compartir casos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ÉTICA SIMPLE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Usar la IA con cabeza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Es una ayuda, no reemplaza al capitán ni al biólogo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sirve para pescar más allá de las cuotas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Eficiencia dentro de las reglas, cuidando el recurso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Datos de flota: usarlos con respeto y transparencia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¡Gracias por participar!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