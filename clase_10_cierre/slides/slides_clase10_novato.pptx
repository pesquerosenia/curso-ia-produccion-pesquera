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b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404164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E7C14B"/>
                </a:solidFill>
                <a:latin typeface="Segoe UI"/>
              </a:rPr>
              <a:t>CLASE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0"/>
            <a:ext cx="9509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Segoe UI"/>
              </a:rPr>
              <a:t>Cierre y Hoja de Ruta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62356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0">
                <a:solidFill>
                  <a:srgbClr val="DDE9F0"/>
                </a:solidFill>
                <a:latin typeface="Segoe UI"/>
              </a:rPr>
              <a:t>Clase 10 · Nivel NOVATO — Qué vimos y cómo seguir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108192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FFFFFF"/>
                </a:solidFill>
                <a:latin typeface="Segoe UI"/>
              </a:rPr>
              <a:t>Docentes: Soraya Corvalán, Ariel Giamportone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DDE9F0"/>
                </a:solidFill>
                <a:latin typeface="Segoe UI"/>
              </a:rPr>
              <a:t>Inteligencia Artificial Aplicada a la Produccion Pesquera  |  UTN FRCh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C14B"/>
                </a:solidFill>
                <a:latin typeface="Calibri"/>
              </a:rPr>
              <a:t>AGENDA DE LA CLASE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0292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Lo que vamos a ver hoy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411480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270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El viaje en una frase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5916" y="1554480"/>
            <a:ext cx="411480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85916" y="15270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88836" y="1508760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Lo que ya podés usar el lunes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212848"/>
            <a:ext cx="411480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18541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167128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Tu hoja de ruta (sin apuro)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5916" y="2212848"/>
            <a:ext cx="411480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5916" y="218541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88836" y="2167128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Tu proyecto integrador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871216"/>
            <a:ext cx="411480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84378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2825496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Usar la IA con cabeza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85916" y="2871216"/>
            <a:ext cx="411480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85916" y="284378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88836" y="2825496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La comunidad PesquerosEnIA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C14B"/>
                </a:solidFill>
                <a:latin typeface="Calibri"/>
              </a:rPr>
              <a:t>DE LOS DATOS A LAS DECISIONES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El viaje en una frase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Datos → Entenderlos → Modelos → Decisiones → Impacto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El mar y los barcos generan datos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Aprendimos a usarlos para decidir mejor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Empezamos sin programar y ya corrimos análisis reales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C14B"/>
                </a:solidFill>
                <a:latin typeface="Calibri"/>
              </a:rPr>
              <a:t>SIN SER PROGRAMADOR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Lo que ya podés usar el lunes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Asistentes de IA (ChatGPT/Claude) para reportes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Dashboards (Power BI/Excel) para tus datos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Global Fishing Watch para ver la flota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Empezá por lo simple y de alto impacto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C14B"/>
                </a:solidFill>
                <a:latin typeface="Calibri"/>
              </a:rPr>
              <a:t>A TU RITMO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Tu hoja de ruta (sin apuro)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Este mes: probar un asistente + ver datos en un tablero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3–6 meses: abrir un notebook en Colab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Pasar al Nivel Intermedio de las clases útiles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Sumarte a la comunidad y compartir casos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C14B"/>
                </a:solidFill>
                <a:latin typeface="Calibri"/>
              </a:rPr>
              <a:t>ÉTICA SIMPLE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Usar la IA con cabeza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Es una ayuda, no reemplaza al capitán ni al biólogo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No sirve para pescar más allá de las cuotas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Eficiencia dentro de las reglas, cuidando el recurso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Datos de flota: usarlos con respeto y transparencia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14232" y="0"/>
            <a:ext cx="3474720" cy="6858000"/>
          </a:xfrm>
          <a:prstGeom prst="rect">
            <a:avLst/>
          </a:prstGeom>
          <a:solidFill>
            <a:srgbClr val="008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utn_frch_neg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"/>
            <a:ext cx="1366857" cy="731520"/>
          </a:xfrm>
          <a:prstGeom prst="rect">
            <a:avLst/>
          </a:prstGeom>
        </p:spPr>
      </p:pic>
      <p:pic>
        <p:nvPicPr>
          <p:cNvPr id="7" name="Picture 6" descr="logo_pesqueros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201168"/>
            <a:ext cx="1981200" cy="594360"/>
          </a:xfrm>
          <a:prstGeom prst="rect">
            <a:avLst/>
          </a:prstGeom>
        </p:spPr>
      </p:pic>
      <p:pic>
        <p:nvPicPr>
          <p:cNvPr id="8" name="Picture 7" descr="logo_ariel_symbo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201168"/>
            <a:ext cx="1981200" cy="5943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65760" y="1078992"/>
            <a:ext cx="8348472" cy="32004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280160"/>
            <a:ext cx="80741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Los datos que ya tenés valen plata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880360"/>
            <a:ext cx="80741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AC8F0"/>
                </a:solidFill>
                <a:latin typeface="Calibri"/>
              </a:rPr>
              <a:t>¡Gracias por participar!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703320"/>
            <a:ext cx="5029200" cy="3200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79476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EE1FF"/>
                </a:solidFill>
                <a:latin typeface="Consolas"/>
              </a:rPr>
              <a:t>github.com/PesquerosEnIA/curso-ia-produccion-pesquera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88552" y="201168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4D7FF"/>
                </a:solidFill>
                <a:latin typeface="Consolas"/>
              </a:rPr>
              <a:t>github.com/
PesquerosEnIA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382512"/>
            <a:ext cx="8074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54D"/>
                </a:solidFill>
                <a:latin typeface="Calibri"/>
              </a:rPr>
              <a:t>UTN FRCh  |  PesquerosEnIA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