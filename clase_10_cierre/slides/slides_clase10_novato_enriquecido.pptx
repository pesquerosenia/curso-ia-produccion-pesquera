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3" r:id="rId14"/>
    <p:sldId id="264" r:id="rId15"/>
    <p:sldId id="265" r:id="rId16"/>
    <p:sldId id="266" r:id="rId17"/>
    <p:sldId id="267" r:id="rId18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0416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7C14B"/>
                </a:solidFill>
                <a:latin typeface="Segoe UI"/>
              </a:rPr>
              <a:t>CLASE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Segoe UI"/>
              </a:rPr>
              <a:t>Cierre y Hoja de Ruta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2356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>
                <a:solidFill>
                  <a:srgbClr val="DDE9F0"/>
                </a:solidFill>
                <a:latin typeface="Segoe UI"/>
              </a:rPr>
              <a:t>Clase 10 · Nivel NOVATO — Qué vimos y cómo seguir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08192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FFFFF"/>
                </a:solidFill>
                <a:latin typeface="Segoe UI"/>
              </a:rPr>
              <a:t>Docentes: Soraya Corvalán, Ariel Giamportone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DE9F0"/>
                </a:solidFill>
                <a:latin typeface="Segoe UI"/>
              </a:rPr>
              <a:t>Inteligencia Artificial Aplicada a la Produccion Pesquera  |  UTN FRCh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C14B"/>
                </a:solidFill>
                <a:latin typeface="Calibri"/>
              </a:rPr>
              <a:t>AGENDA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 que vamos a ver hoy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El viaje en una frase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5916" y="1554480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5916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8836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Lo que ya podés usar el lunes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12848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Tu hoja de ruta (sin apuro)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5916" y="2212848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5916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8836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Tu proyecto integrador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71216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Usar la IA con cabeza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5916" y="2871216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5916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8836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La comunidad PesquerosEnIA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DE LOS DATOS A LAS DECISIONES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El viaje en una frase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Datos → Entenderlos → Modelos → Decisiones → Impacto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El mar y los barcos generan datos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Aprendimos a usarlos para decidir mejor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Empezamos sin programar y ya corrimos análisis reales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SIN SER PROGRAMADOR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 que ya podés usar el lunes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Asistentes de IA (ChatGPT/Claude) para reportes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Dashboards (Power BI/Excel) para tus datos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Global Fishing Watch para ver la flota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Empezá por lo simple y de alto impacto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A TU RITMO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Tu hoja de ruta (sin apuro)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Este mes: probar un asistente + ver datos en un tablero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3–6 meses: abrir un notebook en Colab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Pasar al Nivel Intermedio de las clases útiles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Sumarte a la comunidad y compartir casos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ÉTICA SIMPLE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Usar la IA con cabeza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Es una ayuda, no reemplaza al capitán ni al biólogo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No sirve para pescar más allá de las cuotas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Eficiencia dentro de las reglas, cuidando el recurso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Datos de flota: usarlos con respeto y transparencia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14232" y="0"/>
            <a:ext cx="3474720" cy="6858000"/>
          </a:xfrm>
          <a:prstGeom prst="rect">
            <a:avLst/>
          </a:prstGeom>
          <a:solidFill>
            <a:srgbClr val="008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utn_frch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"/>
            <a:ext cx="1366857" cy="731520"/>
          </a:xfrm>
          <a:prstGeom prst="rect">
            <a:avLst/>
          </a:prstGeom>
        </p:spPr>
      </p:pic>
      <p:pic>
        <p:nvPicPr>
          <p:cNvPr id="7" name="Picture 6" descr="logo_pesqueros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01168"/>
            <a:ext cx="1981200" cy="594360"/>
          </a:xfrm>
          <a:prstGeom prst="rect">
            <a:avLst/>
          </a:prstGeom>
        </p:spPr>
      </p:pic>
      <p:pic>
        <p:nvPicPr>
          <p:cNvPr id="8" name="Picture 7" descr="logo_ariel_sym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01168"/>
            <a:ext cx="1981200" cy="594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1078992"/>
            <a:ext cx="8348472" cy="32004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8074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Los datos que ya tenés valen plata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80360"/>
            <a:ext cx="8074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C8F0"/>
                </a:solidFill>
                <a:latin typeface="Calibri"/>
              </a:rPr>
              <a:t>¡Gracias por participar!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5029200" cy="320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7947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EE1FF"/>
                </a:solidFill>
                <a:latin typeface="Consolas"/>
              </a:rPr>
              <a:t>github.com/PesquerosEnIA/curso-ia-produccion-pesquera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88552" y="20116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4D7FF"/>
                </a:solidFill>
                <a:latin typeface="Consolas"/>
              </a:rPr>
              <a:t>github.com/
PesquerosEnIA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8074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54D"/>
                </a:solidFill>
                <a:latin typeface="Calibri"/>
              </a:rPr>
              <a:t>UTN FRCh  |  PesquerosEnIA  |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0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0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0_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0_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