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10 · Nivel NOVATO — Qué vimos y cómo seguir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Soraya Corvalán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ad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fru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per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e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pob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cuicul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