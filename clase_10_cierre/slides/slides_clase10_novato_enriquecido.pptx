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Cierre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NOVATO — Qué vimos y cómo seguir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viaje en una frase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proyecto integrador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Usar la IA con cabeza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DE LOS DATOS A LAS DECISIONES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viaje en una frase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Entenderlos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mar y los barcos generan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Aprendimos a usarlos para decidir mejor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Empezamos sin programar y ya corrimos análisis reales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SIN SER PROGRAMADOR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Asistentes de IA (ChatGPT/Claude) para reportes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Dashboards (Power BI/Excel) para tus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 para ver la flota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Empezá por lo simple y de alto impacto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A TU RITMO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mes: probar un asistente + ver datos en un tablero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3–6 meses: abrir un notebook en Colab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Pasar al Nivel Intermedio de las clases útiles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Sumarte a la comunidad y compartir casos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ÉTICA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Usar la IA con cabeza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 una ayuda, no reemplaza al capitán ni al biólogo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sirve para pescar más allá de las cuotas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Eficiencia dentro de las reglas, cuidando el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de flota: usarlos con respeto y transparencia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¡Gracias por participar!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